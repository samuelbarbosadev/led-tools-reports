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Barlow"/>
      <p:regular r:id="rId37"/>
      <p:bold r:id="rId38"/>
      <p:italic r:id="rId39"/>
      <p:boldItalic r:id="rId40"/>
    </p:embeddedFont>
    <p:embeddedFont>
      <p:font typeface="Barlow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E77858-A168-4578-8C9C-639F18580A7F}">
  <a:tblStyle styleId="{6BE77858-A168-4578-8C9C-639F18580A7F}"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Barlow-boldItalic.fntdata"/><Relationship Id="rId20" Type="http://schemas.openxmlformats.org/officeDocument/2006/relationships/slide" Target="slides/slide15.xml"/><Relationship Id="rId42" Type="http://schemas.openxmlformats.org/officeDocument/2006/relationships/font" Target="fonts/BarlowLight-bold.fntdata"/><Relationship Id="rId41" Type="http://schemas.openxmlformats.org/officeDocument/2006/relationships/font" Target="fonts/BarlowLight-regular.fntdata"/><Relationship Id="rId22" Type="http://schemas.openxmlformats.org/officeDocument/2006/relationships/slide" Target="slides/slide17.xml"/><Relationship Id="rId44" Type="http://schemas.openxmlformats.org/officeDocument/2006/relationships/font" Target="fonts/BarlowLight-boldItalic.fntdata"/><Relationship Id="rId21" Type="http://schemas.openxmlformats.org/officeDocument/2006/relationships/slide" Target="slides/slide16.xml"/><Relationship Id="rId43" Type="http://schemas.openxmlformats.org/officeDocument/2006/relationships/font" Target="fonts/BarlowLight-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Barlow-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Barlow-italic.fntdata"/><Relationship Id="rId16" Type="http://schemas.openxmlformats.org/officeDocument/2006/relationships/slide" Target="slides/slide11.xml"/><Relationship Id="rId38" Type="http://schemas.openxmlformats.org/officeDocument/2006/relationships/font" Target="fonts/Barlow-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dfa2a2ff51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dfa2a2ff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dfa2a2ff51_0_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dfa2a2ff5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dfa2a2ff51_0_1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dfa2a2ff51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dfa2a2ff51_0_1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dfa2a2ff5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dfa2a2ff51_0_2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dfa2a2ff5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dfa2a2ff51_0_2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dfa2a2ff51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dfa2a2ff51_0_3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dfa2a2ff51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dfa2a2ff51_0_3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dfa2a2ff51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dfa2a2ff51_0_3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dfa2a2ff51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dfa2a2ff51_0_4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dfa2a2ff51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dfa2a2ff51_0_4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dfa2a2ff51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ed75ccf_0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5ed75ccf_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dfa2a2ff51_25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dfa2a2ff51_2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dfa2a2ff51_25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dfa2a2ff51_2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5f391192_0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5f391192_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dfa2a2ff51_0_6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dfa2a2ff51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df46323e1e_3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df46323e1e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df46323e1e_3_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df46323e1e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df8247ff1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df8247ff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5ed75ccf_0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5ed75ccf_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df615e93d5_0_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df615e93d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df615e93d5_0_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df615e93d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df615e93d5_0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df615e93d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df615e93d5_0_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df615e93d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dfa2a2ff51_0_6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dfa2a2ff51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dfa2a2ff51_0_5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dfa2a2ff51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5ed75ccf_0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5ed75ccf_0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b2f7c811ed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b2f7c811e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df615e93d5_0_1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df615e93d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855300" y="1363125"/>
            <a:ext cx="5110800" cy="24171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4800"/>
              <a:buNone/>
              <a:defRPr sz="4800">
                <a:solidFill>
                  <a:schemeClr val="lt2"/>
                </a:solidFill>
              </a:defRPr>
            </a:lvl1pPr>
            <a:lvl2pPr lvl="1" rtl="0">
              <a:spcBef>
                <a:spcPts val="0"/>
              </a:spcBef>
              <a:spcAft>
                <a:spcPts val="0"/>
              </a:spcAft>
              <a:buClr>
                <a:schemeClr val="lt2"/>
              </a:buClr>
              <a:buSzPts val="4800"/>
              <a:buNone/>
              <a:defRPr sz="4800">
                <a:solidFill>
                  <a:schemeClr val="lt2"/>
                </a:solidFill>
              </a:defRPr>
            </a:lvl2pPr>
            <a:lvl3pPr lvl="2" rtl="0">
              <a:spcBef>
                <a:spcPts val="0"/>
              </a:spcBef>
              <a:spcAft>
                <a:spcPts val="0"/>
              </a:spcAft>
              <a:buClr>
                <a:schemeClr val="lt2"/>
              </a:buClr>
              <a:buSzPts val="4800"/>
              <a:buNone/>
              <a:defRPr sz="4800">
                <a:solidFill>
                  <a:schemeClr val="lt2"/>
                </a:solidFill>
              </a:defRPr>
            </a:lvl3pPr>
            <a:lvl4pPr lvl="3" rtl="0">
              <a:spcBef>
                <a:spcPts val="0"/>
              </a:spcBef>
              <a:spcAft>
                <a:spcPts val="0"/>
              </a:spcAft>
              <a:buClr>
                <a:schemeClr val="lt2"/>
              </a:buClr>
              <a:buSzPts val="4800"/>
              <a:buNone/>
              <a:defRPr sz="4800">
                <a:solidFill>
                  <a:schemeClr val="lt2"/>
                </a:solidFill>
              </a:defRPr>
            </a:lvl4pPr>
            <a:lvl5pPr lvl="4" rtl="0">
              <a:spcBef>
                <a:spcPts val="0"/>
              </a:spcBef>
              <a:spcAft>
                <a:spcPts val="0"/>
              </a:spcAft>
              <a:buClr>
                <a:schemeClr val="lt2"/>
              </a:buClr>
              <a:buSzPts val="4800"/>
              <a:buNone/>
              <a:defRPr sz="4800">
                <a:solidFill>
                  <a:schemeClr val="lt2"/>
                </a:solidFill>
              </a:defRPr>
            </a:lvl5pPr>
            <a:lvl6pPr lvl="5" rtl="0">
              <a:spcBef>
                <a:spcPts val="0"/>
              </a:spcBef>
              <a:spcAft>
                <a:spcPts val="0"/>
              </a:spcAft>
              <a:buClr>
                <a:schemeClr val="lt2"/>
              </a:buClr>
              <a:buSzPts val="4800"/>
              <a:buNone/>
              <a:defRPr sz="4800">
                <a:solidFill>
                  <a:schemeClr val="lt2"/>
                </a:solidFill>
              </a:defRPr>
            </a:lvl6pPr>
            <a:lvl7pPr lvl="6" rtl="0">
              <a:spcBef>
                <a:spcPts val="0"/>
              </a:spcBef>
              <a:spcAft>
                <a:spcPts val="0"/>
              </a:spcAft>
              <a:buClr>
                <a:schemeClr val="lt2"/>
              </a:buClr>
              <a:buSzPts val="4800"/>
              <a:buNone/>
              <a:defRPr sz="4800">
                <a:solidFill>
                  <a:schemeClr val="lt2"/>
                </a:solidFill>
              </a:defRPr>
            </a:lvl7pPr>
            <a:lvl8pPr lvl="7" rtl="0">
              <a:spcBef>
                <a:spcPts val="0"/>
              </a:spcBef>
              <a:spcAft>
                <a:spcPts val="0"/>
              </a:spcAft>
              <a:buClr>
                <a:schemeClr val="lt2"/>
              </a:buClr>
              <a:buSzPts val="4800"/>
              <a:buNone/>
              <a:defRPr sz="4800">
                <a:solidFill>
                  <a:schemeClr val="lt2"/>
                </a:solidFill>
              </a:defRPr>
            </a:lvl8pPr>
            <a:lvl9pPr lvl="8" rtl="0">
              <a:spcBef>
                <a:spcPts val="0"/>
              </a:spcBef>
              <a:spcAft>
                <a:spcPts val="0"/>
              </a:spcAft>
              <a:buClr>
                <a:schemeClr val="lt2"/>
              </a:buClr>
              <a:buSzPts val="4800"/>
              <a:buNone/>
              <a:defRPr sz="4800">
                <a:solidFill>
                  <a:schemeClr val="lt2"/>
                </a:solidFill>
              </a:defRPr>
            </a:lvl9pPr>
          </a:lstStyle>
          <a:p/>
        </p:txBody>
      </p:sp>
      <p:grpSp>
        <p:nvGrpSpPr>
          <p:cNvPr id="13" name="Google Shape;13;p2"/>
          <p:cNvGrpSpPr/>
          <p:nvPr/>
        </p:nvGrpSpPr>
        <p:grpSpPr>
          <a:xfrm>
            <a:off x="0" y="2550906"/>
            <a:ext cx="719125" cy="41700"/>
            <a:chOff x="0" y="2550906"/>
            <a:chExt cx="719125" cy="41700"/>
          </a:xfrm>
        </p:grpSpPr>
        <p:sp>
          <p:nvSpPr>
            <p:cNvPr id="14" name="Google Shape;14;p2"/>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506425" y="2550906"/>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6" name="Shape 16"/>
        <p:cNvGrpSpPr/>
        <p:nvPr/>
      </p:nvGrpSpPr>
      <p:grpSpPr>
        <a:xfrm>
          <a:off x="0" y="0"/>
          <a:ext cx="0" cy="0"/>
          <a:chOff x="0" y="0"/>
          <a:chExt cx="0" cy="0"/>
        </a:xfrm>
      </p:grpSpPr>
      <p:sp>
        <p:nvSpPr>
          <p:cNvPr id="17" name="Google Shape;17;p3"/>
          <p:cNvSpPr txBox="1"/>
          <p:nvPr>
            <p:ph type="ctrTitle"/>
          </p:nvPr>
        </p:nvSpPr>
        <p:spPr>
          <a:xfrm>
            <a:off x="855300" y="1534047"/>
            <a:ext cx="5110800" cy="11598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8" name="Google Shape;18;p3"/>
          <p:cNvSpPr txBox="1"/>
          <p:nvPr>
            <p:ph idx="1" type="subTitle"/>
          </p:nvPr>
        </p:nvSpPr>
        <p:spPr>
          <a:xfrm>
            <a:off x="855300" y="2714552"/>
            <a:ext cx="5110800" cy="4281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2400"/>
              <a:buNone/>
              <a:defRPr>
                <a:solidFill>
                  <a:schemeClr val="lt2"/>
                </a:solidFill>
              </a:defRPr>
            </a:lvl1pPr>
            <a:lvl2pPr lvl="1" rtl="0">
              <a:spcBef>
                <a:spcPts val="800"/>
              </a:spcBef>
              <a:spcAft>
                <a:spcPts val="0"/>
              </a:spcAft>
              <a:buClr>
                <a:schemeClr val="lt2"/>
              </a:buClr>
              <a:buSzPts val="3000"/>
              <a:buNone/>
              <a:defRPr sz="3000">
                <a:solidFill>
                  <a:schemeClr val="lt2"/>
                </a:solidFill>
              </a:defRPr>
            </a:lvl2pPr>
            <a:lvl3pPr lvl="2" rtl="0">
              <a:spcBef>
                <a:spcPts val="800"/>
              </a:spcBef>
              <a:spcAft>
                <a:spcPts val="0"/>
              </a:spcAft>
              <a:buClr>
                <a:schemeClr val="lt2"/>
              </a:buClr>
              <a:buSzPts val="3000"/>
              <a:buNone/>
              <a:defRPr sz="3000">
                <a:solidFill>
                  <a:schemeClr val="lt2"/>
                </a:solidFill>
              </a:defRPr>
            </a:lvl3pPr>
            <a:lvl4pPr lvl="3" rtl="0">
              <a:spcBef>
                <a:spcPts val="800"/>
              </a:spcBef>
              <a:spcAft>
                <a:spcPts val="0"/>
              </a:spcAft>
              <a:buClr>
                <a:schemeClr val="lt2"/>
              </a:buClr>
              <a:buSzPts val="3000"/>
              <a:buNone/>
              <a:defRPr sz="3000">
                <a:solidFill>
                  <a:schemeClr val="lt2"/>
                </a:solidFill>
              </a:defRPr>
            </a:lvl4pPr>
            <a:lvl5pPr lvl="4" rtl="0">
              <a:spcBef>
                <a:spcPts val="800"/>
              </a:spcBef>
              <a:spcAft>
                <a:spcPts val="0"/>
              </a:spcAft>
              <a:buClr>
                <a:schemeClr val="lt2"/>
              </a:buClr>
              <a:buSzPts val="3000"/>
              <a:buNone/>
              <a:defRPr sz="3000">
                <a:solidFill>
                  <a:schemeClr val="lt2"/>
                </a:solidFill>
              </a:defRPr>
            </a:lvl5pPr>
            <a:lvl6pPr lvl="5" rtl="0">
              <a:spcBef>
                <a:spcPts val="800"/>
              </a:spcBef>
              <a:spcAft>
                <a:spcPts val="0"/>
              </a:spcAft>
              <a:buClr>
                <a:schemeClr val="lt2"/>
              </a:buClr>
              <a:buSzPts val="3000"/>
              <a:buNone/>
              <a:defRPr sz="3000">
                <a:solidFill>
                  <a:schemeClr val="lt2"/>
                </a:solidFill>
              </a:defRPr>
            </a:lvl6pPr>
            <a:lvl7pPr lvl="6" rtl="0">
              <a:spcBef>
                <a:spcPts val="800"/>
              </a:spcBef>
              <a:spcAft>
                <a:spcPts val="0"/>
              </a:spcAft>
              <a:buClr>
                <a:schemeClr val="lt2"/>
              </a:buClr>
              <a:buSzPts val="3000"/>
              <a:buNone/>
              <a:defRPr sz="3000">
                <a:solidFill>
                  <a:schemeClr val="lt2"/>
                </a:solidFill>
              </a:defRPr>
            </a:lvl7pPr>
            <a:lvl8pPr lvl="7" rtl="0">
              <a:spcBef>
                <a:spcPts val="800"/>
              </a:spcBef>
              <a:spcAft>
                <a:spcPts val="0"/>
              </a:spcAft>
              <a:buClr>
                <a:schemeClr val="lt2"/>
              </a:buClr>
              <a:buSzPts val="3000"/>
              <a:buNone/>
              <a:defRPr sz="3000">
                <a:solidFill>
                  <a:schemeClr val="lt2"/>
                </a:solidFill>
              </a:defRPr>
            </a:lvl8pPr>
            <a:lvl9pPr lvl="8" rtl="0">
              <a:spcBef>
                <a:spcPts val="800"/>
              </a:spcBef>
              <a:spcAft>
                <a:spcPts val="800"/>
              </a:spcAft>
              <a:buClr>
                <a:schemeClr val="lt2"/>
              </a:buClr>
              <a:buSzPts val="3000"/>
              <a:buNone/>
              <a:defRPr sz="3000">
                <a:solidFill>
                  <a:schemeClr val="lt2"/>
                </a:solidFill>
              </a:defRPr>
            </a:lvl9pPr>
          </a:lstStyle>
          <a:p/>
        </p:txBody>
      </p:sp>
      <p:grpSp>
        <p:nvGrpSpPr>
          <p:cNvPr id="19" name="Google Shape;19;p3"/>
          <p:cNvGrpSpPr/>
          <p:nvPr/>
        </p:nvGrpSpPr>
        <p:grpSpPr>
          <a:xfrm>
            <a:off x="0" y="2550906"/>
            <a:ext cx="719125" cy="41700"/>
            <a:chOff x="0" y="2550906"/>
            <a:chExt cx="719125" cy="41700"/>
          </a:xfrm>
        </p:grpSpPr>
        <p:sp>
          <p:nvSpPr>
            <p:cNvPr id="20" name="Google Shape;20;p3"/>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506425" y="2550906"/>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gradFill>
          <a:gsLst>
            <a:gs pos="0">
              <a:schemeClr val="accent1"/>
            </a:gs>
            <a:gs pos="100000">
              <a:schemeClr val="accent2"/>
            </a:gs>
          </a:gsLst>
          <a:path path="circle">
            <a:fillToRect b="0%" l="100%" r="0%" t="100%"/>
          </a:path>
          <a:tileRect b="-100%" l="0%" r="-100%" t="0%"/>
        </a:gradFill>
      </p:bgPr>
    </p:bg>
    <p:spTree>
      <p:nvGrpSpPr>
        <p:cNvPr id="22" name="Shape 22"/>
        <p:cNvGrpSpPr/>
        <p:nvPr/>
      </p:nvGrpSpPr>
      <p:grpSpPr>
        <a:xfrm>
          <a:off x="0" y="0"/>
          <a:ext cx="0" cy="0"/>
          <a:chOff x="0" y="0"/>
          <a:chExt cx="0" cy="0"/>
        </a:xfrm>
      </p:grpSpPr>
      <p:sp>
        <p:nvSpPr>
          <p:cNvPr id="23" name="Google Shape;23;p4"/>
          <p:cNvSpPr txBox="1"/>
          <p:nvPr>
            <p:ph idx="1" type="body"/>
          </p:nvPr>
        </p:nvSpPr>
        <p:spPr>
          <a:xfrm>
            <a:off x="855300" y="2161800"/>
            <a:ext cx="5307000" cy="819900"/>
          </a:xfrm>
          <a:prstGeom prst="rect">
            <a:avLst/>
          </a:prstGeom>
          <a:effectLst>
            <a:outerShdw blurRad="14288" rotWithShape="0" algn="bl" dir="16560000" dist="9525">
              <a:schemeClr val="accent1"/>
            </a:outerShdw>
          </a:effectLst>
        </p:spPr>
        <p:txBody>
          <a:bodyPr anchorCtr="0" anchor="ctr" bIns="0" lIns="0" spcFirstLastPara="1" rIns="0" wrap="square" tIns="0">
            <a:noAutofit/>
          </a:bodyPr>
          <a:lstStyle>
            <a:lvl1pPr indent="-419100" lvl="0" marL="457200" rtl="0">
              <a:spcBef>
                <a:spcPts val="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1pPr>
            <a:lvl2pPr indent="-419100" lvl="1" marL="9144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2pPr>
            <a:lvl3pPr indent="-419100" lvl="2" marL="13716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3pPr>
            <a:lvl4pPr indent="-419100" lvl="3" marL="18288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4pPr>
            <a:lvl5pPr indent="-419100" lvl="4" marL="22860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5pPr>
            <a:lvl6pPr indent="-419100" lvl="5" marL="27432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6pPr>
            <a:lvl7pPr indent="-419100" lvl="6" marL="32004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7pPr>
            <a:lvl8pPr indent="-419100" lvl="7" marL="3657600" rtl="0">
              <a:spcBef>
                <a:spcPts val="800"/>
              </a:spcBef>
              <a:spcAft>
                <a:spcPts val="0"/>
              </a:spcAft>
              <a:buClr>
                <a:schemeClr val="accent5"/>
              </a:buClr>
              <a:buSzPts val="3000"/>
              <a:buFont typeface="Barlow"/>
              <a:buChar char="○"/>
              <a:defRPr b="1" i="1" sz="3000">
                <a:solidFill>
                  <a:schemeClr val="accent5"/>
                </a:solidFill>
                <a:latin typeface="Barlow"/>
                <a:ea typeface="Barlow"/>
                <a:cs typeface="Barlow"/>
                <a:sym typeface="Barlow"/>
              </a:defRPr>
            </a:lvl8pPr>
            <a:lvl9pPr indent="-419100" lvl="8" marL="4114800" rtl="0">
              <a:spcBef>
                <a:spcPts val="800"/>
              </a:spcBef>
              <a:spcAft>
                <a:spcPts val="800"/>
              </a:spcAft>
              <a:buClr>
                <a:schemeClr val="accent5"/>
              </a:buClr>
              <a:buSzPts val="3000"/>
              <a:buFont typeface="Barlow"/>
              <a:buChar char="■"/>
              <a:defRPr b="1" i="1" sz="3000">
                <a:solidFill>
                  <a:schemeClr val="accent5"/>
                </a:solidFill>
                <a:latin typeface="Barlow"/>
                <a:ea typeface="Barlow"/>
                <a:cs typeface="Barlow"/>
                <a:sym typeface="Barlow"/>
              </a:defRPr>
            </a:lvl9pPr>
          </a:lstStyle>
          <a:p/>
        </p:txBody>
      </p:sp>
      <p:sp>
        <p:nvSpPr>
          <p:cNvPr id="24" name="Google Shape;24;p4"/>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25" name="Google Shape;25;p4"/>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26" name="Google Shape;26;p4"/>
          <p:cNvSpPr/>
          <p:nvPr/>
        </p:nvSpPr>
        <p:spPr>
          <a:xfrm>
            <a:off x="506425" y="2550906"/>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7" name="Shape 27"/>
        <p:cNvGrpSpPr/>
        <p:nvPr/>
      </p:nvGrpSpPr>
      <p:grpSpPr>
        <a:xfrm>
          <a:off x="0" y="0"/>
          <a:ext cx="0" cy="0"/>
          <a:chOff x="0" y="0"/>
          <a:chExt cx="0" cy="0"/>
        </a:xfrm>
      </p:grpSpPr>
      <p:sp>
        <p:nvSpPr>
          <p:cNvPr id="28" name="Google Shape;28;p5"/>
          <p:cNvSpPr txBox="1"/>
          <p:nvPr>
            <p:ph type="title"/>
          </p:nvPr>
        </p:nvSpPr>
        <p:spPr>
          <a:xfrm>
            <a:off x="855300" y="836000"/>
            <a:ext cx="5307000" cy="396300"/>
          </a:xfrm>
          <a:prstGeom prst="rect">
            <a:avLst/>
          </a:prstGeom>
        </p:spPr>
        <p:txBody>
          <a:bodyPr anchorCtr="0" anchor="b" bIns="0" lIns="0" spcFirstLastPara="1" rIns="0" wrap="square" tIns="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9" name="Google Shape;29;p5"/>
          <p:cNvSpPr txBox="1"/>
          <p:nvPr>
            <p:ph idx="1" type="body"/>
          </p:nvPr>
        </p:nvSpPr>
        <p:spPr>
          <a:xfrm>
            <a:off x="855300" y="1353948"/>
            <a:ext cx="5307000" cy="3033900"/>
          </a:xfrm>
          <a:prstGeom prst="rect">
            <a:avLst/>
          </a:prstGeom>
        </p:spPr>
        <p:txBody>
          <a:bodyPr anchorCtr="0" anchor="t" bIns="0" lIns="0" spcFirstLastPara="1" rIns="0" wrap="square" tIns="0">
            <a:noAutofit/>
          </a:bodyPr>
          <a:lstStyle>
            <a:lvl1pPr indent="-381000" lvl="0" marL="457200" rtl="0">
              <a:spcBef>
                <a:spcPts val="0"/>
              </a:spcBef>
              <a:spcAft>
                <a:spcPts val="0"/>
              </a:spcAft>
              <a:buSzPts val="2400"/>
              <a:buChar char="╸"/>
              <a:defRPr/>
            </a:lvl1pPr>
            <a:lvl2pPr indent="-381000" lvl="1" marL="914400" rtl="0">
              <a:spcBef>
                <a:spcPts val="800"/>
              </a:spcBef>
              <a:spcAft>
                <a:spcPts val="0"/>
              </a:spcAft>
              <a:buSzPts val="2400"/>
              <a:buChar char="‧"/>
              <a:defRPr/>
            </a:lvl2pPr>
            <a:lvl3pPr indent="-381000" lvl="2" marL="1371600" rtl="0">
              <a:spcBef>
                <a:spcPts val="800"/>
              </a:spcBef>
              <a:spcAft>
                <a:spcPts val="0"/>
              </a:spcAft>
              <a:buSzPts val="2400"/>
              <a:buChar char="‧"/>
              <a:defRPr/>
            </a:lvl3pPr>
            <a:lvl4pPr indent="-381000" lvl="3" marL="1828800" rtl="0">
              <a:spcBef>
                <a:spcPts val="800"/>
              </a:spcBef>
              <a:spcAft>
                <a:spcPts val="0"/>
              </a:spcAft>
              <a:buSzPts val="2400"/>
              <a:buChar char="●"/>
              <a:defRPr/>
            </a:lvl4pPr>
            <a:lvl5pPr indent="-381000" lvl="4" marL="2286000" rtl="0">
              <a:spcBef>
                <a:spcPts val="800"/>
              </a:spcBef>
              <a:spcAft>
                <a:spcPts val="0"/>
              </a:spcAft>
              <a:buSzPts val="2400"/>
              <a:buChar char="○"/>
              <a:defRPr/>
            </a:lvl5pPr>
            <a:lvl6pPr indent="-381000" lvl="5" marL="2743200" rtl="0">
              <a:spcBef>
                <a:spcPts val="800"/>
              </a:spcBef>
              <a:spcAft>
                <a:spcPts val="0"/>
              </a:spcAft>
              <a:buSzPts val="2400"/>
              <a:buChar char="■"/>
              <a:defRPr/>
            </a:lvl6pPr>
            <a:lvl7pPr indent="-381000" lvl="6" marL="3200400" rtl="0">
              <a:spcBef>
                <a:spcPts val="800"/>
              </a:spcBef>
              <a:spcAft>
                <a:spcPts val="0"/>
              </a:spcAft>
              <a:buSzPts val="2400"/>
              <a:buChar char="●"/>
              <a:defRPr/>
            </a:lvl7pPr>
            <a:lvl8pPr indent="-381000" lvl="7" marL="3657600" rtl="0">
              <a:spcBef>
                <a:spcPts val="800"/>
              </a:spcBef>
              <a:spcAft>
                <a:spcPts val="0"/>
              </a:spcAft>
              <a:buSzPts val="2400"/>
              <a:buChar char="○"/>
              <a:defRPr/>
            </a:lvl8pPr>
            <a:lvl9pPr indent="-381000" lvl="8" marL="4114800" rtl="0">
              <a:spcBef>
                <a:spcPts val="800"/>
              </a:spcBef>
              <a:spcAft>
                <a:spcPts val="800"/>
              </a:spcAft>
              <a:buSzPts val="2400"/>
              <a:buChar char="■"/>
              <a:defRPr/>
            </a:lvl9pPr>
          </a:lstStyle>
          <a:p/>
        </p:txBody>
      </p:sp>
      <p:sp>
        <p:nvSpPr>
          <p:cNvPr id="30" name="Google Shape;30;p5"/>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31" name="Google Shape;31;p5"/>
          <p:cNvGrpSpPr/>
          <p:nvPr/>
        </p:nvGrpSpPr>
        <p:grpSpPr>
          <a:xfrm>
            <a:off x="0" y="1120426"/>
            <a:ext cx="719125" cy="41709"/>
            <a:chOff x="0" y="1120426"/>
            <a:chExt cx="719125" cy="41709"/>
          </a:xfrm>
        </p:grpSpPr>
        <p:sp>
          <p:nvSpPr>
            <p:cNvPr id="32" name="Google Shape;32;p5"/>
            <p:cNvSpPr/>
            <p:nvPr/>
          </p:nvSpPr>
          <p:spPr>
            <a:xfrm>
              <a:off x="0" y="112042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506425" y="1120435"/>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4" name="Shape 34"/>
        <p:cNvGrpSpPr/>
        <p:nvPr/>
      </p:nvGrpSpPr>
      <p:grpSpPr>
        <a:xfrm>
          <a:off x="0" y="0"/>
          <a:ext cx="0" cy="0"/>
          <a:chOff x="0" y="0"/>
          <a:chExt cx="0" cy="0"/>
        </a:xfrm>
      </p:grpSpPr>
      <p:sp>
        <p:nvSpPr>
          <p:cNvPr id="35" name="Google Shape;35;p6"/>
          <p:cNvSpPr txBox="1"/>
          <p:nvPr>
            <p:ph type="title"/>
          </p:nvPr>
        </p:nvSpPr>
        <p:spPr>
          <a:xfrm>
            <a:off x="855300" y="836000"/>
            <a:ext cx="5307000" cy="396300"/>
          </a:xfrm>
          <a:prstGeom prst="rect">
            <a:avLst/>
          </a:prstGeom>
        </p:spPr>
        <p:txBody>
          <a:bodyPr anchorCtr="0" anchor="b" bIns="0" lIns="0" spcFirstLastPara="1" rIns="0" wrap="square" tIns="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36" name="Google Shape;36;p6"/>
          <p:cNvSpPr txBox="1"/>
          <p:nvPr>
            <p:ph idx="1" type="body"/>
          </p:nvPr>
        </p:nvSpPr>
        <p:spPr>
          <a:xfrm>
            <a:off x="855275" y="1353950"/>
            <a:ext cx="2479500" cy="3418200"/>
          </a:xfrm>
          <a:prstGeom prst="rect">
            <a:avLst/>
          </a:prstGeom>
        </p:spPr>
        <p:txBody>
          <a:bodyPr anchorCtr="0" anchor="t" bIns="0" lIns="0" spcFirstLastPara="1" rIns="0" wrap="square" tIns="0">
            <a:noAutofit/>
          </a:bodyPr>
          <a:lstStyle>
            <a:lvl1pPr indent="-355600" lvl="0" marL="457200" rtl="0">
              <a:spcBef>
                <a:spcPts val="0"/>
              </a:spcBef>
              <a:spcAft>
                <a:spcPts val="0"/>
              </a:spcAft>
              <a:buSzPts val="2000"/>
              <a:buChar char="╸"/>
              <a:defRPr sz="2000"/>
            </a:lvl1pPr>
            <a:lvl2pPr indent="-355600" lvl="1" marL="914400" rtl="0">
              <a:spcBef>
                <a:spcPts val="800"/>
              </a:spcBef>
              <a:spcAft>
                <a:spcPts val="0"/>
              </a:spcAft>
              <a:buSzPts val="2000"/>
              <a:buChar char="‧"/>
              <a:defRPr sz="2000"/>
            </a:lvl2pPr>
            <a:lvl3pPr indent="-355600" lvl="2" marL="1371600" rtl="0">
              <a:spcBef>
                <a:spcPts val="800"/>
              </a:spcBef>
              <a:spcAft>
                <a:spcPts val="0"/>
              </a:spcAft>
              <a:buSzPts val="2000"/>
              <a:buChar char="‧"/>
              <a:defRPr sz="2000"/>
            </a:lvl3pPr>
            <a:lvl4pPr indent="-355600" lvl="3" marL="1828800" rtl="0">
              <a:spcBef>
                <a:spcPts val="800"/>
              </a:spcBef>
              <a:spcAft>
                <a:spcPts val="0"/>
              </a:spcAft>
              <a:buSzPts val="2000"/>
              <a:buChar char="●"/>
              <a:defRPr sz="2000"/>
            </a:lvl4pPr>
            <a:lvl5pPr indent="-355600" lvl="4" marL="2286000" rtl="0">
              <a:spcBef>
                <a:spcPts val="800"/>
              </a:spcBef>
              <a:spcAft>
                <a:spcPts val="0"/>
              </a:spcAft>
              <a:buSzPts val="2000"/>
              <a:buChar char="○"/>
              <a:defRPr sz="2000"/>
            </a:lvl5pPr>
            <a:lvl6pPr indent="-355600" lvl="5" marL="2743200" rtl="0">
              <a:spcBef>
                <a:spcPts val="800"/>
              </a:spcBef>
              <a:spcAft>
                <a:spcPts val="0"/>
              </a:spcAft>
              <a:buSzPts val="2000"/>
              <a:buChar char="■"/>
              <a:defRPr sz="2000"/>
            </a:lvl6pPr>
            <a:lvl7pPr indent="-355600" lvl="6" marL="3200400" rtl="0">
              <a:spcBef>
                <a:spcPts val="800"/>
              </a:spcBef>
              <a:spcAft>
                <a:spcPts val="0"/>
              </a:spcAft>
              <a:buSzPts val="2000"/>
              <a:buChar char="●"/>
              <a:defRPr sz="2000"/>
            </a:lvl7pPr>
            <a:lvl8pPr indent="-355600" lvl="7" marL="3657600" rtl="0">
              <a:spcBef>
                <a:spcPts val="800"/>
              </a:spcBef>
              <a:spcAft>
                <a:spcPts val="0"/>
              </a:spcAft>
              <a:buSzPts val="2000"/>
              <a:buChar char="○"/>
              <a:defRPr sz="2000"/>
            </a:lvl8pPr>
            <a:lvl9pPr indent="-355600" lvl="8" marL="4114800" rtl="0">
              <a:spcBef>
                <a:spcPts val="800"/>
              </a:spcBef>
              <a:spcAft>
                <a:spcPts val="800"/>
              </a:spcAft>
              <a:buSzPts val="2000"/>
              <a:buChar char="■"/>
              <a:defRPr sz="2000"/>
            </a:lvl9pPr>
          </a:lstStyle>
          <a:p/>
        </p:txBody>
      </p:sp>
      <p:sp>
        <p:nvSpPr>
          <p:cNvPr id="37" name="Google Shape;37;p6"/>
          <p:cNvSpPr txBox="1"/>
          <p:nvPr>
            <p:ph idx="2" type="body"/>
          </p:nvPr>
        </p:nvSpPr>
        <p:spPr>
          <a:xfrm>
            <a:off x="3682698" y="1353950"/>
            <a:ext cx="2479500" cy="3418200"/>
          </a:xfrm>
          <a:prstGeom prst="rect">
            <a:avLst/>
          </a:prstGeom>
        </p:spPr>
        <p:txBody>
          <a:bodyPr anchorCtr="0" anchor="t" bIns="0" lIns="0" spcFirstLastPara="1" rIns="0" wrap="square" tIns="0">
            <a:noAutofit/>
          </a:bodyPr>
          <a:lstStyle>
            <a:lvl1pPr indent="-355600" lvl="0" marL="457200" rtl="0">
              <a:spcBef>
                <a:spcPts val="0"/>
              </a:spcBef>
              <a:spcAft>
                <a:spcPts val="0"/>
              </a:spcAft>
              <a:buSzPts val="2000"/>
              <a:buChar char="╸"/>
              <a:defRPr sz="2000"/>
            </a:lvl1pPr>
            <a:lvl2pPr indent="-355600" lvl="1" marL="914400" rtl="0">
              <a:spcBef>
                <a:spcPts val="800"/>
              </a:spcBef>
              <a:spcAft>
                <a:spcPts val="0"/>
              </a:spcAft>
              <a:buSzPts val="2000"/>
              <a:buChar char="‧"/>
              <a:defRPr sz="2000"/>
            </a:lvl2pPr>
            <a:lvl3pPr indent="-355600" lvl="2" marL="1371600" rtl="0">
              <a:spcBef>
                <a:spcPts val="800"/>
              </a:spcBef>
              <a:spcAft>
                <a:spcPts val="0"/>
              </a:spcAft>
              <a:buSzPts val="2000"/>
              <a:buChar char="‧"/>
              <a:defRPr sz="2000"/>
            </a:lvl3pPr>
            <a:lvl4pPr indent="-355600" lvl="3" marL="1828800" rtl="0">
              <a:spcBef>
                <a:spcPts val="800"/>
              </a:spcBef>
              <a:spcAft>
                <a:spcPts val="0"/>
              </a:spcAft>
              <a:buSzPts val="2000"/>
              <a:buChar char="●"/>
              <a:defRPr sz="2000"/>
            </a:lvl4pPr>
            <a:lvl5pPr indent="-355600" lvl="4" marL="2286000" rtl="0">
              <a:spcBef>
                <a:spcPts val="800"/>
              </a:spcBef>
              <a:spcAft>
                <a:spcPts val="0"/>
              </a:spcAft>
              <a:buSzPts val="2000"/>
              <a:buChar char="○"/>
              <a:defRPr sz="2000"/>
            </a:lvl5pPr>
            <a:lvl6pPr indent="-355600" lvl="5" marL="2743200" rtl="0">
              <a:spcBef>
                <a:spcPts val="800"/>
              </a:spcBef>
              <a:spcAft>
                <a:spcPts val="0"/>
              </a:spcAft>
              <a:buSzPts val="2000"/>
              <a:buChar char="■"/>
              <a:defRPr sz="2000"/>
            </a:lvl6pPr>
            <a:lvl7pPr indent="-355600" lvl="6" marL="3200400" rtl="0">
              <a:spcBef>
                <a:spcPts val="800"/>
              </a:spcBef>
              <a:spcAft>
                <a:spcPts val="0"/>
              </a:spcAft>
              <a:buSzPts val="2000"/>
              <a:buChar char="●"/>
              <a:defRPr sz="2000"/>
            </a:lvl7pPr>
            <a:lvl8pPr indent="-355600" lvl="7" marL="3657600" rtl="0">
              <a:spcBef>
                <a:spcPts val="800"/>
              </a:spcBef>
              <a:spcAft>
                <a:spcPts val="0"/>
              </a:spcAft>
              <a:buSzPts val="2000"/>
              <a:buChar char="○"/>
              <a:defRPr sz="2000"/>
            </a:lvl8pPr>
            <a:lvl9pPr indent="-355600" lvl="8" marL="4114800" rtl="0">
              <a:spcBef>
                <a:spcPts val="800"/>
              </a:spcBef>
              <a:spcAft>
                <a:spcPts val="800"/>
              </a:spcAft>
              <a:buSzPts val="2000"/>
              <a:buChar char="■"/>
              <a:defRPr sz="2000"/>
            </a:lvl9pPr>
          </a:lstStyle>
          <a:p/>
        </p:txBody>
      </p:sp>
      <p:sp>
        <p:nvSpPr>
          <p:cNvPr id="38" name="Google Shape;38;p6"/>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39" name="Google Shape;39;p6"/>
          <p:cNvGrpSpPr/>
          <p:nvPr/>
        </p:nvGrpSpPr>
        <p:grpSpPr>
          <a:xfrm>
            <a:off x="0" y="1120426"/>
            <a:ext cx="719125" cy="41709"/>
            <a:chOff x="0" y="1120426"/>
            <a:chExt cx="719125" cy="41709"/>
          </a:xfrm>
        </p:grpSpPr>
        <p:sp>
          <p:nvSpPr>
            <p:cNvPr id="40" name="Google Shape;40;p6"/>
            <p:cNvSpPr/>
            <p:nvPr/>
          </p:nvSpPr>
          <p:spPr>
            <a:xfrm>
              <a:off x="0" y="112042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a:off x="506425" y="1120435"/>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2" name="Shape 42"/>
        <p:cNvGrpSpPr/>
        <p:nvPr/>
      </p:nvGrpSpPr>
      <p:grpSpPr>
        <a:xfrm>
          <a:off x="0" y="0"/>
          <a:ext cx="0" cy="0"/>
          <a:chOff x="0" y="0"/>
          <a:chExt cx="0" cy="0"/>
        </a:xfrm>
      </p:grpSpPr>
      <p:sp>
        <p:nvSpPr>
          <p:cNvPr id="43" name="Google Shape;43;p7"/>
          <p:cNvSpPr txBox="1"/>
          <p:nvPr>
            <p:ph type="title"/>
          </p:nvPr>
        </p:nvSpPr>
        <p:spPr>
          <a:xfrm>
            <a:off x="855300" y="836000"/>
            <a:ext cx="7433400" cy="396300"/>
          </a:xfrm>
          <a:prstGeom prst="rect">
            <a:avLst/>
          </a:prstGeom>
        </p:spPr>
        <p:txBody>
          <a:bodyPr anchorCtr="0" anchor="b" bIns="0" lIns="0" spcFirstLastPara="1" rIns="0" wrap="square" tIns="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44" name="Google Shape;44;p7"/>
          <p:cNvSpPr txBox="1"/>
          <p:nvPr>
            <p:ph idx="1" type="body"/>
          </p:nvPr>
        </p:nvSpPr>
        <p:spPr>
          <a:xfrm>
            <a:off x="855300" y="1353950"/>
            <a:ext cx="2315700" cy="3418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800"/>
              </a:spcBef>
              <a:spcAft>
                <a:spcPts val="0"/>
              </a:spcAft>
              <a:buSzPts val="1800"/>
              <a:buChar char="‧"/>
              <a:defRPr sz="1800"/>
            </a:lvl2pPr>
            <a:lvl3pPr indent="-342900" lvl="2" marL="1371600" rtl="0">
              <a:spcBef>
                <a:spcPts val="800"/>
              </a:spcBef>
              <a:spcAft>
                <a:spcPts val="0"/>
              </a:spcAft>
              <a:buSzPts val="1800"/>
              <a:buChar char="‧"/>
              <a:defRPr sz="1800"/>
            </a:lvl3pPr>
            <a:lvl4pPr indent="-342900" lvl="3" marL="1828800" rtl="0">
              <a:spcBef>
                <a:spcPts val="800"/>
              </a:spcBef>
              <a:spcAft>
                <a:spcPts val="0"/>
              </a:spcAft>
              <a:buSzPts val="1800"/>
              <a:buChar char="●"/>
              <a:defRPr sz="1800"/>
            </a:lvl4pPr>
            <a:lvl5pPr indent="-342900" lvl="4" marL="2286000" rtl="0">
              <a:spcBef>
                <a:spcPts val="800"/>
              </a:spcBef>
              <a:spcAft>
                <a:spcPts val="0"/>
              </a:spcAft>
              <a:buSzPts val="1800"/>
              <a:buChar char="○"/>
              <a:defRPr sz="1800"/>
            </a:lvl5pPr>
            <a:lvl6pPr indent="-342900" lvl="5" marL="2743200" rtl="0">
              <a:spcBef>
                <a:spcPts val="800"/>
              </a:spcBef>
              <a:spcAft>
                <a:spcPts val="0"/>
              </a:spcAft>
              <a:buSzPts val="1800"/>
              <a:buChar char="■"/>
              <a:defRPr sz="1800"/>
            </a:lvl6pPr>
            <a:lvl7pPr indent="-342900" lvl="6" marL="3200400" rtl="0">
              <a:spcBef>
                <a:spcPts val="800"/>
              </a:spcBef>
              <a:spcAft>
                <a:spcPts val="0"/>
              </a:spcAft>
              <a:buSzPts val="1800"/>
              <a:buChar char="●"/>
              <a:defRPr sz="1800"/>
            </a:lvl7pPr>
            <a:lvl8pPr indent="-342900" lvl="7" marL="3657600" rtl="0">
              <a:spcBef>
                <a:spcPts val="800"/>
              </a:spcBef>
              <a:spcAft>
                <a:spcPts val="0"/>
              </a:spcAft>
              <a:buSzPts val="1800"/>
              <a:buChar char="○"/>
              <a:defRPr sz="1800"/>
            </a:lvl8pPr>
            <a:lvl9pPr indent="-342900" lvl="8" marL="4114800" rtl="0">
              <a:spcBef>
                <a:spcPts val="800"/>
              </a:spcBef>
              <a:spcAft>
                <a:spcPts val="800"/>
              </a:spcAft>
              <a:buSzPts val="1800"/>
              <a:buChar char="■"/>
              <a:defRPr sz="1800"/>
            </a:lvl9pPr>
          </a:lstStyle>
          <a:p/>
        </p:txBody>
      </p:sp>
      <p:sp>
        <p:nvSpPr>
          <p:cNvPr id="45" name="Google Shape;45;p7"/>
          <p:cNvSpPr txBox="1"/>
          <p:nvPr>
            <p:ph idx="2" type="body"/>
          </p:nvPr>
        </p:nvSpPr>
        <p:spPr>
          <a:xfrm>
            <a:off x="3414196" y="1353950"/>
            <a:ext cx="2315700" cy="3418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800"/>
              </a:spcBef>
              <a:spcAft>
                <a:spcPts val="0"/>
              </a:spcAft>
              <a:buSzPts val="1800"/>
              <a:buChar char="‧"/>
              <a:defRPr sz="1800"/>
            </a:lvl2pPr>
            <a:lvl3pPr indent="-342900" lvl="2" marL="1371600" rtl="0">
              <a:spcBef>
                <a:spcPts val="800"/>
              </a:spcBef>
              <a:spcAft>
                <a:spcPts val="0"/>
              </a:spcAft>
              <a:buSzPts val="1800"/>
              <a:buChar char="‧"/>
              <a:defRPr sz="1800"/>
            </a:lvl3pPr>
            <a:lvl4pPr indent="-342900" lvl="3" marL="1828800" rtl="0">
              <a:spcBef>
                <a:spcPts val="800"/>
              </a:spcBef>
              <a:spcAft>
                <a:spcPts val="0"/>
              </a:spcAft>
              <a:buSzPts val="1800"/>
              <a:buChar char="●"/>
              <a:defRPr sz="1800"/>
            </a:lvl4pPr>
            <a:lvl5pPr indent="-342900" lvl="4" marL="2286000" rtl="0">
              <a:spcBef>
                <a:spcPts val="800"/>
              </a:spcBef>
              <a:spcAft>
                <a:spcPts val="0"/>
              </a:spcAft>
              <a:buSzPts val="1800"/>
              <a:buChar char="○"/>
              <a:defRPr sz="1800"/>
            </a:lvl5pPr>
            <a:lvl6pPr indent="-342900" lvl="5" marL="2743200" rtl="0">
              <a:spcBef>
                <a:spcPts val="800"/>
              </a:spcBef>
              <a:spcAft>
                <a:spcPts val="0"/>
              </a:spcAft>
              <a:buSzPts val="1800"/>
              <a:buChar char="■"/>
              <a:defRPr sz="1800"/>
            </a:lvl6pPr>
            <a:lvl7pPr indent="-342900" lvl="6" marL="3200400" rtl="0">
              <a:spcBef>
                <a:spcPts val="800"/>
              </a:spcBef>
              <a:spcAft>
                <a:spcPts val="0"/>
              </a:spcAft>
              <a:buSzPts val="1800"/>
              <a:buChar char="●"/>
              <a:defRPr sz="1800"/>
            </a:lvl7pPr>
            <a:lvl8pPr indent="-342900" lvl="7" marL="3657600" rtl="0">
              <a:spcBef>
                <a:spcPts val="800"/>
              </a:spcBef>
              <a:spcAft>
                <a:spcPts val="0"/>
              </a:spcAft>
              <a:buSzPts val="1800"/>
              <a:buChar char="○"/>
              <a:defRPr sz="1800"/>
            </a:lvl8pPr>
            <a:lvl9pPr indent="-342900" lvl="8" marL="4114800" rtl="0">
              <a:spcBef>
                <a:spcPts val="800"/>
              </a:spcBef>
              <a:spcAft>
                <a:spcPts val="800"/>
              </a:spcAft>
              <a:buSzPts val="1800"/>
              <a:buChar char="■"/>
              <a:defRPr sz="1800"/>
            </a:lvl9pPr>
          </a:lstStyle>
          <a:p/>
        </p:txBody>
      </p:sp>
      <p:sp>
        <p:nvSpPr>
          <p:cNvPr id="46" name="Google Shape;46;p7"/>
          <p:cNvSpPr txBox="1"/>
          <p:nvPr>
            <p:ph idx="3" type="body"/>
          </p:nvPr>
        </p:nvSpPr>
        <p:spPr>
          <a:xfrm>
            <a:off x="5973091" y="1353950"/>
            <a:ext cx="2315700" cy="3418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800"/>
              </a:spcBef>
              <a:spcAft>
                <a:spcPts val="0"/>
              </a:spcAft>
              <a:buSzPts val="1800"/>
              <a:buChar char="‧"/>
              <a:defRPr sz="1800"/>
            </a:lvl2pPr>
            <a:lvl3pPr indent="-342900" lvl="2" marL="1371600" rtl="0">
              <a:spcBef>
                <a:spcPts val="800"/>
              </a:spcBef>
              <a:spcAft>
                <a:spcPts val="0"/>
              </a:spcAft>
              <a:buSzPts val="1800"/>
              <a:buChar char="‧"/>
              <a:defRPr sz="1800"/>
            </a:lvl3pPr>
            <a:lvl4pPr indent="-342900" lvl="3" marL="1828800" rtl="0">
              <a:spcBef>
                <a:spcPts val="800"/>
              </a:spcBef>
              <a:spcAft>
                <a:spcPts val="0"/>
              </a:spcAft>
              <a:buSzPts val="1800"/>
              <a:buChar char="●"/>
              <a:defRPr sz="1800"/>
            </a:lvl4pPr>
            <a:lvl5pPr indent="-342900" lvl="4" marL="2286000" rtl="0">
              <a:spcBef>
                <a:spcPts val="800"/>
              </a:spcBef>
              <a:spcAft>
                <a:spcPts val="0"/>
              </a:spcAft>
              <a:buSzPts val="1800"/>
              <a:buChar char="○"/>
              <a:defRPr sz="1800"/>
            </a:lvl5pPr>
            <a:lvl6pPr indent="-342900" lvl="5" marL="2743200" rtl="0">
              <a:spcBef>
                <a:spcPts val="800"/>
              </a:spcBef>
              <a:spcAft>
                <a:spcPts val="0"/>
              </a:spcAft>
              <a:buSzPts val="1800"/>
              <a:buChar char="■"/>
              <a:defRPr sz="1800"/>
            </a:lvl6pPr>
            <a:lvl7pPr indent="-342900" lvl="6" marL="3200400" rtl="0">
              <a:spcBef>
                <a:spcPts val="800"/>
              </a:spcBef>
              <a:spcAft>
                <a:spcPts val="0"/>
              </a:spcAft>
              <a:buSzPts val="1800"/>
              <a:buChar char="●"/>
              <a:defRPr sz="1800"/>
            </a:lvl7pPr>
            <a:lvl8pPr indent="-342900" lvl="7" marL="3657600" rtl="0">
              <a:spcBef>
                <a:spcPts val="800"/>
              </a:spcBef>
              <a:spcAft>
                <a:spcPts val="0"/>
              </a:spcAft>
              <a:buSzPts val="1800"/>
              <a:buChar char="○"/>
              <a:defRPr sz="1800"/>
            </a:lvl8pPr>
            <a:lvl9pPr indent="-342900" lvl="8" marL="4114800" rtl="0">
              <a:spcBef>
                <a:spcPts val="800"/>
              </a:spcBef>
              <a:spcAft>
                <a:spcPts val="800"/>
              </a:spcAft>
              <a:buSzPts val="1800"/>
              <a:buChar char="■"/>
              <a:defRPr sz="1800"/>
            </a:lvl9pPr>
          </a:lstStyle>
          <a:p/>
        </p:txBody>
      </p:sp>
      <p:sp>
        <p:nvSpPr>
          <p:cNvPr id="47" name="Google Shape;47;p7"/>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48" name="Google Shape;48;p7"/>
          <p:cNvGrpSpPr/>
          <p:nvPr/>
        </p:nvGrpSpPr>
        <p:grpSpPr>
          <a:xfrm>
            <a:off x="0" y="1120426"/>
            <a:ext cx="719125" cy="41709"/>
            <a:chOff x="0" y="1120426"/>
            <a:chExt cx="719125" cy="41709"/>
          </a:xfrm>
        </p:grpSpPr>
        <p:sp>
          <p:nvSpPr>
            <p:cNvPr id="49" name="Google Shape;49;p7"/>
            <p:cNvSpPr/>
            <p:nvPr/>
          </p:nvSpPr>
          <p:spPr>
            <a:xfrm>
              <a:off x="0" y="112042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p:nvPr/>
          </p:nvSpPr>
          <p:spPr>
            <a:xfrm>
              <a:off x="506425" y="1120435"/>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855300" y="836000"/>
            <a:ext cx="5307000" cy="396300"/>
          </a:xfrm>
          <a:prstGeom prst="rect">
            <a:avLst/>
          </a:prstGeom>
        </p:spPr>
        <p:txBody>
          <a:bodyPr anchorCtr="0" anchor="b" bIns="0" lIns="0" spcFirstLastPara="1" rIns="0" wrap="square" tIns="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53" name="Google Shape;53;p8"/>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54" name="Google Shape;54;p8"/>
          <p:cNvGrpSpPr/>
          <p:nvPr/>
        </p:nvGrpSpPr>
        <p:grpSpPr>
          <a:xfrm>
            <a:off x="0" y="1120426"/>
            <a:ext cx="719125" cy="41709"/>
            <a:chOff x="0" y="1120426"/>
            <a:chExt cx="719125" cy="41709"/>
          </a:xfrm>
        </p:grpSpPr>
        <p:sp>
          <p:nvSpPr>
            <p:cNvPr id="55" name="Google Shape;55;p8"/>
            <p:cNvSpPr/>
            <p:nvPr/>
          </p:nvSpPr>
          <p:spPr>
            <a:xfrm>
              <a:off x="0" y="112042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a:off x="506425" y="1120435"/>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9"/>
          <p:cNvSpPr txBox="1"/>
          <p:nvPr>
            <p:ph idx="1" type="body"/>
          </p:nvPr>
        </p:nvSpPr>
        <p:spPr>
          <a:xfrm>
            <a:off x="855300" y="4406300"/>
            <a:ext cx="7433400" cy="311400"/>
          </a:xfrm>
          <a:prstGeom prst="rect">
            <a:avLst/>
          </a:prstGeom>
        </p:spPr>
        <p:txBody>
          <a:bodyPr anchorCtr="0" anchor="t" bIns="0" lIns="0" spcFirstLastPara="1" rIns="0" wrap="square" tIns="0">
            <a:noAutofit/>
          </a:bodyPr>
          <a:lstStyle>
            <a:lvl1pPr indent="-228600" lvl="0" marL="457200" rtl="0">
              <a:spcBef>
                <a:spcPts val="0"/>
              </a:spcBef>
              <a:spcAft>
                <a:spcPts val="800"/>
              </a:spcAft>
              <a:buSzPts val="1800"/>
              <a:buNone/>
              <a:defRPr sz="1800"/>
            </a:lvl1pPr>
          </a:lstStyle>
          <a:p/>
        </p:txBody>
      </p:sp>
      <p:sp>
        <p:nvSpPr>
          <p:cNvPr id="59" name="Google Shape;59;p9"/>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60" name="Google Shape;60;p9"/>
          <p:cNvGrpSpPr/>
          <p:nvPr/>
        </p:nvGrpSpPr>
        <p:grpSpPr>
          <a:xfrm>
            <a:off x="0" y="4541156"/>
            <a:ext cx="719125" cy="41700"/>
            <a:chOff x="0" y="4541156"/>
            <a:chExt cx="719125" cy="41700"/>
          </a:xfrm>
        </p:grpSpPr>
        <p:sp>
          <p:nvSpPr>
            <p:cNvPr id="61" name="Google Shape;61;p9"/>
            <p:cNvSpPr/>
            <p:nvPr/>
          </p:nvSpPr>
          <p:spPr>
            <a:xfrm>
              <a:off x="0" y="454115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a:off x="506425" y="4541156"/>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10"/>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65" name="Google Shape;65;p10"/>
          <p:cNvGrpSpPr/>
          <p:nvPr/>
        </p:nvGrpSpPr>
        <p:grpSpPr>
          <a:xfrm>
            <a:off x="0" y="2550906"/>
            <a:ext cx="719125" cy="41700"/>
            <a:chOff x="0" y="2550906"/>
            <a:chExt cx="719125" cy="41700"/>
          </a:xfrm>
        </p:grpSpPr>
        <p:sp>
          <p:nvSpPr>
            <p:cNvPr id="66" name="Google Shape;66;p10"/>
            <p:cNvSpPr/>
            <p:nvPr/>
          </p:nvSpPr>
          <p:spPr>
            <a:xfrm>
              <a:off x="0" y="2550906"/>
              <a:ext cx="509100" cy="41700"/>
            </a:xfrm>
            <a:prstGeom prst="rect">
              <a:avLst/>
            </a:prstGeom>
            <a:gradFill>
              <a:gsLst>
                <a:gs pos="0">
                  <a:srgbClr val="FFFFFF">
                    <a:alpha val="29803"/>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0"/>
            <p:cNvSpPr/>
            <p:nvPr/>
          </p:nvSpPr>
          <p:spPr>
            <a:xfrm>
              <a:off x="506425" y="2550906"/>
              <a:ext cx="212700" cy="41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chemeClr val="accent5"/>
            </a:gs>
            <a:gs pos="100000">
              <a:schemeClr val="accent6"/>
            </a:gs>
          </a:gsLst>
          <a:path path="circle">
            <a:fillToRect b="0%" l="100%" r="0%" t="100%"/>
          </a:path>
          <a:tileRect b="-100%" l="0%" r="-100%" t="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55300" y="836000"/>
            <a:ext cx="5307000" cy="3963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1pPr>
            <a:lvl2pPr lvl="1"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2pPr>
            <a:lvl3pPr lvl="2"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3pPr>
            <a:lvl4pPr lvl="3"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4pPr>
            <a:lvl5pPr lvl="4"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5pPr>
            <a:lvl6pPr lvl="5"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6pPr>
            <a:lvl7pPr lvl="6"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7pPr>
            <a:lvl8pPr lvl="7"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8pPr>
            <a:lvl9pPr lvl="8" rtl="0">
              <a:lnSpc>
                <a:spcPct val="90000"/>
              </a:lnSpc>
              <a:spcBef>
                <a:spcPts val="0"/>
              </a:spcBef>
              <a:spcAft>
                <a:spcPts val="0"/>
              </a:spcAft>
              <a:buClr>
                <a:schemeClr val="accent1"/>
              </a:buClr>
              <a:buSzPts val="2400"/>
              <a:buFont typeface="Barlow"/>
              <a:buNone/>
              <a:defRPr b="1" sz="2400">
                <a:solidFill>
                  <a:schemeClr val="accent1"/>
                </a:solidFill>
                <a:latin typeface="Barlow"/>
                <a:ea typeface="Barlow"/>
                <a:cs typeface="Barlow"/>
                <a:sym typeface="Barlow"/>
              </a:defRPr>
            </a:lvl9pPr>
          </a:lstStyle>
          <a:p/>
        </p:txBody>
      </p:sp>
      <p:sp>
        <p:nvSpPr>
          <p:cNvPr id="7" name="Google Shape;7;p1"/>
          <p:cNvSpPr txBox="1"/>
          <p:nvPr>
            <p:ph idx="1" type="body"/>
          </p:nvPr>
        </p:nvSpPr>
        <p:spPr>
          <a:xfrm>
            <a:off x="855300" y="1353948"/>
            <a:ext cx="5307000" cy="30339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0"/>
              </a:spcBef>
              <a:spcAft>
                <a:spcPts val="0"/>
              </a:spcAft>
              <a:buClr>
                <a:schemeClr val="lt2"/>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rtl="0">
              <a:lnSpc>
                <a:spcPct val="115000"/>
              </a:lnSpc>
              <a:spcBef>
                <a:spcPts val="800"/>
              </a:spcBef>
              <a:spcAft>
                <a:spcPts val="0"/>
              </a:spcAft>
              <a:buClr>
                <a:schemeClr val="lt2"/>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rtl="0">
              <a:lnSpc>
                <a:spcPct val="115000"/>
              </a:lnSpc>
              <a:spcBef>
                <a:spcPts val="800"/>
              </a:spcBef>
              <a:spcAft>
                <a:spcPts val="0"/>
              </a:spcAft>
              <a:buClr>
                <a:schemeClr val="lt2"/>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rtl="0">
              <a:lnSpc>
                <a:spcPct val="115000"/>
              </a:lnSpc>
              <a:spcBef>
                <a:spcPts val="80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rtl="0">
              <a:lnSpc>
                <a:spcPct val="115000"/>
              </a:lnSpc>
              <a:spcBef>
                <a:spcPts val="800"/>
              </a:spcBef>
              <a:spcAft>
                <a:spcPts val="800"/>
              </a:spcAft>
              <a:buClr>
                <a:schemeClr val="dk1"/>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693400" y="4749850"/>
            <a:ext cx="450600" cy="347100"/>
          </a:xfrm>
          <a:prstGeom prst="rect">
            <a:avLst/>
          </a:prstGeom>
          <a:noFill/>
          <a:ln>
            <a:noFill/>
          </a:ln>
        </p:spPr>
        <p:txBody>
          <a:bodyPr anchorCtr="0" anchor="ctr" bIns="0" lIns="0" spcFirstLastPara="1" rIns="0" wrap="square" tIns="0">
            <a:noAutofit/>
          </a:bodyPr>
          <a:lstStyle>
            <a:lvl1pPr lvl="0" rtl="0" algn="ctr">
              <a:buNone/>
              <a:defRPr sz="1300">
                <a:solidFill>
                  <a:schemeClr val="accent2"/>
                </a:solidFill>
                <a:latin typeface="Barlow Light"/>
                <a:ea typeface="Barlow Light"/>
                <a:cs typeface="Barlow Light"/>
                <a:sym typeface="Barlow Light"/>
              </a:defRPr>
            </a:lvl1pPr>
            <a:lvl2pPr lvl="1" rtl="0" algn="ctr">
              <a:buNone/>
              <a:defRPr sz="1300">
                <a:solidFill>
                  <a:schemeClr val="accent2"/>
                </a:solidFill>
                <a:latin typeface="Barlow Light"/>
                <a:ea typeface="Barlow Light"/>
                <a:cs typeface="Barlow Light"/>
                <a:sym typeface="Barlow Light"/>
              </a:defRPr>
            </a:lvl2pPr>
            <a:lvl3pPr lvl="2" rtl="0" algn="ctr">
              <a:buNone/>
              <a:defRPr sz="1300">
                <a:solidFill>
                  <a:schemeClr val="accent2"/>
                </a:solidFill>
                <a:latin typeface="Barlow Light"/>
                <a:ea typeface="Barlow Light"/>
                <a:cs typeface="Barlow Light"/>
                <a:sym typeface="Barlow Light"/>
              </a:defRPr>
            </a:lvl3pPr>
            <a:lvl4pPr lvl="3" rtl="0" algn="ctr">
              <a:buNone/>
              <a:defRPr sz="1300">
                <a:solidFill>
                  <a:schemeClr val="accent2"/>
                </a:solidFill>
                <a:latin typeface="Barlow Light"/>
                <a:ea typeface="Barlow Light"/>
                <a:cs typeface="Barlow Light"/>
                <a:sym typeface="Barlow Light"/>
              </a:defRPr>
            </a:lvl4pPr>
            <a:lvl5pPr lvl="4" rtl="0" algn="ctr">
              <a:buNone/>
              <a:defRPr sz="1300">
                <a:solidFill>
                  <a:schemeClr val="accent2"/>
                </a:solidFill>
                <a:latin typeface="Barlow Light"/>
                <a:ea typeface="Barlow Light"/>
                <a:cs typeface="Barlow Light"/>
                <a:sym typeface="Barlow Light"/>
              </a:defRPr>
            </a:lvl5pPr>
            <a:lvl6pPr lvl="5" rtl="0" algn="ctr">
              <a:buNone/>
              <a:defRPr sz="1300">
                <a:solidFill>
                  <a:schemeClr val="accent2"/>
                </a:solidFill>
                <a:latin typeface="Barlow Light"/>
                <a:ea typeface="Barlow Light"/>
                <a:cs typeface="Barlow Light"/>
                <a:sym typeface="Barlow Light"/>
              </a:defRPr>
            </a:lvl6pPr>
            <a:lvl7pPr lvl="6" rtl="0" algn="ctr">
              <a:buNone/>
              <a:defRPr sz="1300">
                <a:solidFill>
                  <a:schemeClr val="accent2"/>
                </a:solidFill>
                <a:latin typeface="Barlow Light"/>
                <a:ea typeface="Barlow Light"/>
                <a:cs typeface="Barlow Light"/>
                <a:sym typeface="Barlow Light"/>
              </a:defRPr>
            </a:lvl7pPr>
            <a:lvl8pPr lvl="7" rtl="0" algn="ctr">
              <a:buNone/>
              <a:defRPr sz="1300">
                <a:solidFill>
                  <a:schemeClr val="accent2"/>
                </a:solidFill>
                <a:latin typeface="Barlow Light"/>
                <a:ea typeface="Barlow Light"/>
                <a:cs typeface="Barlow Light"/>
                <a:sym typeface="Barlow Light"/>
              </a:defRPr>
            </a:lvl8pPr>
            <a:lvl9pPr lvl="8" rtl="0" algn="ctr">
              <a:buNone/>
              <a:defRPr sz="1300">
                <a:solidFill>
                  <a:schemeClr val="accent2"/>
                </a:solidFill>
                <a:latin typeface="Barlow Light"/>
                <a:ea typeface="Barlow Light"/>
                <a:cs typeface="Barlow Light"/>
                <a:sym typeface="Barlow Light"/>
              </a:defRPr>
            </a:lvl9pPr>
          </a:lstStyle>
          <a:p>
            <a:pPr indent="0" lvl="0" marL="0" rtl="0" algn="ctr">
              <a:spcBef>
                <a:spcPts val="0"/>
              </a:spcBef>
              <a:spcAft>
                <a:spcPts val="0"/>
              </a:spcAft>
              <a:buNone/>
            </a:pPr>
            <a:fld id="{00000000-1234-1234-1234-123412341234}" type="slidenum">
              <a:rPr lang="en"/>
              <a:t>‹#›</a:t>
            </a:fld>
            <a:endParaRPr/>
          </a:p>
        </p:txBody>
      </p:sp>
      <p:sp>
        <p:nvSpPr>
          <p:cNvPr id="9" name="Google Shape;9;p1"/>
          <p:cNvSpPr/>
          <p:nvPr/>
        </p:nvSpPr>
        <p:spPr>
          <a:xfrm>
            <a:off x="0" y="5096950"/>
            <a:ext cx="8719800" cy="46500"/>
          </a:xfrm>
          <a:prstGeom prst="rect">
            <a:avLst/>
          </a:prstGeom>
          <a:gradFill>
            <a:gsLst>
              <a:gs pos="0">
                <a:srgbClr val="FFFFFF">
                  <a:alpha val="29803"/>
                  <a:alpha val="29800"/>
                </a:srgbClr>
              </a:gs>
              <a:gs pos="100000">
                <a:srgbClr val="FFFFFF">
                  <a:alpha val="0"/>
                  <a:alpha val="2980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
          <p:cNvSpPr/>
          <p:nvPr/>
        </p:nvSpPr>
        <p:spPr>
          <a:xfrm>
            <a:off x="8693400" y="5096950"/>
            <a:ext cx="450600" cy="4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github.com/SamuelBarbosaDev/Walrmart_Data_Analysis" TargetMode="External"/><Relationship Id="rId4" Type="http://schemas.openxmlformats.org/officeDocument/2006/relationships/hyperlink" Target="https://www.linkedin.com/in/samuel-barbosa-dev/"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1"/>
          <p:cNvSpPr txBox="1"/>
          <p:nvPr>
            <p:ph type="ctrTitle"/>
          </p:nvPr>
        </p:nvSpPr>
        <p:spPr>
          <a:xfrm>
            <a:off x="855300" y="1363125"/>
            <a:ext cx="5110800" cy="2417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Formação Em </a:t>
            </a:r>
            <a:endParaRPr/>
          </a:p>
          <a:p>
            <a:pPr indent="0" lvl="0" marL="0" rtl="0" algn="l">
              <a:spcBef>
                <a:spcPts val="0"/>
              </a:spcBef>
              <a:spcAft>
                <a:spcPts val="0"/>
              </a:spcAft>
              <a:buNone/>
            </a:pPr>
            <a:r>
              <a:rPr lang="en">
                <a:solidFill>
                  <a:schemeClr val="accent1"/>
                </a:solidFill>
              </a:rPr>
              <a:t>DADOS DEX</a:t>
            </a:r>
            <a:r>
              <a:rPr lang="en">
                <a:solidFill>
                  <a:schemeClr val="lt2"/>
                </a:solidFill>
              </a:rPr>
              <a:t> </a:t>
            </a:r>
            <a:endParaRPr>
              <a:solidFill>
                <a:schemeClr val="lt2"/>
              </a:solidFill>
            </a:endParaRPr>
          </a:p>
          <a:p>
            <a:pPr indent="0" lvl="0" marL="0" rtl="0" algn="l">
              <a:spcBef>
                <a:spcPts val="0"/>
              </a:spcBef>
              <a:spcAft>
                <a:spcPts val="0"/>
              </a:spcAft>
              <a:buNone/>
            </a:pPr>
            <a:r>
              <a:rPr lang="en"/>
              <a:t>Walmart</a:t>
            </a:r>
            <a:endParaRPr>
              <a:solidFill>
                <a:schemeClr val="lt2"/>
              </a:solidFill>
            </a:endParaRPr>
          </a:p>
        </p:txBody>
      </p:sp>
      <p:grpSp>
        <p:nvGrpSpPr>
          <p:cNvPr id="73" name="Google Shape;73;p11"/>
          <p:cNvGrpSpPr/>
          <p:nvPr/>
        </p:nvGrpSpPr>
        <p:grpSpPr>
          <a:xfrm>
            <a:off x="5070100" y="-572576"/>
            <a:ext cx="3546732" cy="5523712"/>
            <a:chOff x="5070100" y="-572576"/>
            <a:chExt cx="3546732" cy="5523712"/>
          </a:xfrm>
        </p:grpSpPr>
        <p:sp>
          <p:nvSpPr>
            <p:cNvPr id="74" name="Google Shape;74;p11"/>
            <p:cNvSpPr/>
            <p:nvPr/>
          </p:nvSpPr>
          <p:spPr>
            <a:xfrm>
              <a:off x="6375228" y="-572576"/>
              <a:ext cx="465364" cy="2642770"/>
            </a:xfrm>
            <a:custGeom>
              <a:rect b="b" l="l" r="r" t="t"/>
              <a:pathLst>
                <a:path extrusionOk="0" h="3272780" w="576302">
                  <a:moveTo>
                    <a:pt x="82123" y="11123"/>
                  </a:moveTo>
                  <a:cubicBezTo>
                    <a:pt x="127507" y="37030"/>
                    <a:pt x="163526" y="100357"/>
                    <a:pt x="163526" y="152169"/>
                  </a:cubicBezTo>
                  <a:lnTo>
                    <a:pt x="163526" y="1542480"/>
                  </a:lnTo>
                  <a:lnTo>
                    <a:pt x="576303" y="1780675"/>
                  </a:lnTo>
                  <a:lnTo>
                    <a:pt x="576303" y="3214882"/>
                  </a:lnTo>
                  <a:cubicBezTo>
                    <a:pt x="576303" y="3266695"/>
                    <a:pt x="539563" y="3287564"/>
                    <a:pt x="494900" y="3261657"/>
                  </a:cubicBezTo>
                  <a:cubicBezTo>
                    <a:pt x="449516" y="3235751"/>
                    <a:pt x="413497" y="3172424"/>
                    <a:pt x="413497" y="3120611"/>
                  </a:cubicBezTo>
                  <a:lnTo>
                    <a:pt x="413497" y="1874226"/>
                  </a:lnTo>
                  <a:lnTo>
                    <a:pt x="0" y="1636750"/>
                  </a:lnTo>
                  <a:lnTo>
                    <a:pt x="0" y="57899"/>
                  </a:lnTo>
                  <a:cubicBezTo>
                    <a:pt x="0" y="6086"/>
                    <a:pt x="36739" y="-14783"/>
                    <a:pt x="82123" y="11123"/>
                  </a:cubicBezTo>
                  <a:close/>
                </a:path>
              </a:pathLst>
            </a:custGeom>
            <a:gradFill>
              <a:gsLst>
                <a:gs pos="0">
                  <a:srgbClr val="FFFFFF">
                    <a:alpha val="29803"/>
                    <a:alpha val="29800"/>
                  </a:srgbClr>
                </a:gs>
                <a:gs pos="100000">
                  <a:srgbClr val="FFFFFF">
                    <a:alpha val="0"/>
                    <a:alpha val="29800"/>
                  </a:srgbClr>
                </a:gs>
              </a:gsLst>
              <a:lin ang="16200038"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 name="Google Shape;75;p11"/>
            <p:cNvSpPr/>
            <p:nvPr/>
          </p:nvSpPr>
          <p:spPr>
            <a:xfrm>
              <a:off x="6556947" y="3253174"/>
              <a:ext cx="464782" cy="1369591"/>
            </a:xfrm>
            <a:custGeom>
              <a:rect b="b" l="l" r="r" t="t"/>
              <a:pathLst>
                <a:path extrusionOk="0" h="1696088" w="575582">
                  <a:moveTo>
                    <a:pt x="81403" y="1684965"/>
                  </a:moveTo>
                  <a:cubicBezTo>
                    <a:pt x="126787" y="1710871"/>
                    <a:pt x="162806" y="1690002"/>
                    <a:pt x="162806" y="1638189"/>
                  </a:cubicBezTo>
                  <a:lnTo>
                    <a:pt x="162806" y="596176"/>
                  </a:lnTo>
                  <a:lnTo>
                    <a:pt x="575582" y="834371"/>
                  </a:lnTo>
                  <a:lnTo>
                    <a:pt x="575582" y="152169"/>
                  </a:lnTo>
                  <a:cubicBezTo>
                    <a:pt x="575582" y="100356"/>
                    <a:pt x="538843" y="37030"/>
                    <a:pt x="494179" y="11124"/>
                  </a:cubicBezTo>
                  <a:cubicBezTo>
                    <a:pt x="448795" y="-14783"/>
                    <a:pt x="412777" y="6086"/>
                    <a:pt x="412777" y="57899"/>
                  </a:cubicBezTo>
                  <a:lnTo>
                    <a:pt x="412777" y="552280"/>
                  </a:lnTo>
                  <a:lnTo>
                    <a:pt x="0" y="314084"/>
                  </a:lnTo>
                  <a:lnTo>
                    <a:pt x="0" y="1543919"/>
                  </a:lnTo>
                  <a:cubicBezTo>
                    <a:pt x="0" y="1595732"/>
                    <a:pt x="36739" y="1659059"/>
                    <a:pt x="81403" y="1684965"/>
                  </a:cubicBez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 name="Google Shape;76;p11"/>
            <p:cNvSpPr/>
            <p:nvPr/>
          </p:nvSpPr>
          <p:spPr>
            <a:xfrm>
              <a:off x="7068432" y="-118583"/>
              <a:ext cx="131465" cy="2079689"/>
            </a:xfrm>
            <a:custGeom>
              <a:rect b="b" l="l" r="r" t="t"/>
              <a:pathLst>
                <a:path extrusionOk="0" h="2575466" w="162805">
                  <a:moveTo>
                    <a:pt x="81403" y="11123"/>
                  </a:moveTo>
                  <a:cubicBezTo>
                    <a:pt x="126787" y="37030"/>
                    <a:pt x="162806" y="100357"/>
                    <a:pt x="162806" y="152169"/>
                  </a:cubicBezTo>
                  <a:lnTo>
                    <a:pt x="162806" y="2517568"/>
                  </a:lnTo>
                  <a:cubicBezTo>
                    <a:pt x="162806" y="2569381"/>
                    <a:pt x="126066" y="2590250"/>
                    <a:pt x="81403" y="2564343"/>
                  </a:cubicBezTo>
                  <a:cubicBezTo>
                    <a:pt x="36019" y="2538437"/>
                    <a:pt x="0" y="2475110"/>
                    <a:pt x="0" y="2423297"/>
                  </a:cubicBezTo>
                  <a:lnTo>
                    <a:pt x="0" y="57899"/>
                  </a:lnTo>
                  <a:cubicBezTo>
                    <a:pt x="0" y="6086"/>
                    <a:pt x="36739" y="-14783"/>
                    <a:pt x="81403" y="11123"/>
                  </a:cubicBezTo>
                  <a:close/>
                </a:path>
              </a:pathLst>
            </a:custGeom>
            <a:gradFill>
              <a:gsLst>
                <a:gs pos="0">
                  <a:srgbClr val="FFFFFF">
                    <a:alpha val="29803"/>
                    <a:alpha val="29800"/>
                  </a:srgbClr>
                </a:gs>
                <a:gs pos="100000">
                  <a:srgbClr val="FFFFFF">
                    <a:alpha val="0"/>
                    <a:alpha val="29800"/>
                  </a:srgbClr>
                </a:gs>
              </a:gsLst>
              <a:lin ang="16200038"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 name="Google Shape;77;p11"/>
            <p:cNvSpPr/>
            <p:nvPr/>
          </p:nvSpPr>
          <p:spPr>
            <a:xfrm>
              <a:off x="6460572" y="4203456"/>
              <a:ext cx="301323" cy="451751"/>
            </a:xfrm>
            <a:custGeom>
              <a:rect b="b" l="l" r="r" t="t"/>
              <a:pathLst>
                <a:path extrusionOk="0" h="559444" w="373155">
                  <a:moveTo>
                    <a:pt x="373156" y="387306"/>
                  </a:moveTo>
                  <a:cubicBezTo>
                    <a:pt x="373156" y="529791"/>
                    <a:pt x="289592" y="597436"/>
                    <a:pt x="186578" y="537707"/>
                  </a:cubicBezTo>
                  <a:cubicBezTo>
                    <a:pt x="83564" y="478698"/>
                    <a:pt x="0" y="314624"/>
                    <a:pt x="0" y="172139"/>
                  </a:cubicBezTo>
                  <a:cubicBezTo>
                    <a:pt x="0" y="29653"/>
                    <a:pt x="83564" y="-37991"/>
                    <a:pt x="186578" y="21738"/>
                  </a:cubicBezTo>
                  <a:cubicBezTo>
                    <a:pt x="289592" y="80747"/>
                    <a:pt x="373156" y="244821"/>
                    <a:pt x="373156" y="387306"/>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 name="Google Shape;78;p11"/>
            <p:cNvSpPr/>
            <p:nvPr/>
          </p:nvSpPr>
          <p:spPr>
            <a:xfrm>
              <a:off x="7467866" y="1205886"/>
              <a:ext cx="464782" cy="1241169"/>
            </a:xfrm>
            <a:custGeom>
              <a:rect b="b" l="l" r="r" t="t"/>
              <a:pathLst>
                <a:path extrusionOk="0" h="1537051" w="575582">
                  <a:moveTo>
                    <a:pt x="494179" y="11123"/>
                  </a:moveTo>
                  <a:cubicBezTo>
                    <a:pt x="448796" y="-14783"/>
                    <a:pt x="412777" y="6086"/>
                    <a:pt x="412777" y="57899"/>
                  </a:cubicBezTo>
                  <a:lnTo>
                    <a:pt x="412777" y="760250"/>
                  </a:lnTo>
                  <a:lnTo>
                    <a:pt x="0" y="522055"/>
                  </a:lnTo>
                  <a:lnTo>
                    <a:pt x="0" y="1384882"/>
                  </a:lnTo>
                  <a:cubicBezTo>
                    <a:pt x="0" y="1436695"/>
                    <a:pt x="36739" y="1500022"/>
                    <a:pt x="81403" y="1525928"/>
                  </a:cubicBezTo>
                  <a:cubicBezTo>
                    <a:pt x="126787" y="1551835"/>
                    <a:pt x="162806" y="1530966"/>
                    <a:pt x="162806" y="1479153"/>
                  </a:cubicBezTo>
                  <a:lnTo>
                    <a:pt x="162806" y="804147"/>
                  </a:lnTo>
                  <a:lnTo>
                    <a:pt x="575582" y="1042342"/>
                  </a:lnTo>
                  <a:lnTo>
                    <a:pt x="575582" y="152169"/>
                  </a:lnTo>
                  <a:cubicBezTo>
                    <a:pt x="575582" y="100357"/>
                    <a:pt x="538843" y="37030"/>
                    <a:pt x="494179" y="11123"/>
                  </a:cubicBezTo>
                  <a:close/>
                </a:path>
              </a:pathLst>
            </a:custGeom>
            <a:gradFill>
              <a:gsLst>
                <a:gs pos="0">
                  <a:srgbClr val="FFFFFF">
                    <a:alpha val="29803"/>
                    <a:alpha val="29800"/>
                  </a:srgbClr>
                </a:gs>
                <a:gs pos="100000">
                  <a:srgbClr val="FFFFFF">
                    <a:alpha val="0"/>
                    <a:alpha val="29800"/>
                  </a:srgbClr>
                </a:gs>
              </a:gsLst>
              <a:lin ang="16200038"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 name="Google Shape;79;p11"/>
            <p:cNvSpPr/>
            <p:nvPr/>
          </p:nvSpPr>
          <p:spPr>
            <a:xfrm>
              <a:off x="7716352" y="1106731"/>
              <a:ext cx="297833" cy="446162"/>
            </a:xfrm>
            <a:custGeom>
              <a:rect b="b" l="l" r="r" t="t"/>
              <a:pathLst>
                <a:path extrusionOk="0" h="552522" w="368833">
                  <a:moveTo>
                    <a:pt x="368833" y="382406"/>
                  </a:moveTo>
                  <a:cubicBezTo>
                    <a:pt x="368833" y="523451"/>
                    <a:pt x="285990" y="589657"/>
                    <a:pt x="184417" y="531367"/>
                  </a:cubicBezTo>
                  <a:cubicBezTo>
                    <a:pt x="82843" y="472358"/>
                    <a:pt x="0" y="311163"/>
                    <a:pt x="0" y="170117"/>
                  </a:cubicBezTo>
                  <a:cubicBezTo>
                    <a:pt x="0" y="29071"/>
                    <a:pt x="82123" y="-37134"/>
                    <a:pt x="184417" y="21155"/>
                  </a:cubicBezTo>
                  <a:cubicBezTo>
                    <a:pt x="286710" y="80164"/>
                    <a:pt x="368833" y="241360"/>
                    <a:pt x="368833" y="38240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 name="Google Shape;80;p11"/>
            <p:cNvSpPr/>
            <p:nvPr/>
          </p:nvSpPr>
          <p:spPr>
            <a:xfrm>
              <a:off x="7341302" y="3161847"/>
              <a:ext cx="1163410" cy="1197587"/>
            </a:xfrm>
            <a:custGeom>
              <a:rect b="b" l="l" r="r" t="t"/>
              <a:pathLst>
                <a:path extrusionOk="0" h="1483080" w="1440755">
                  <a:moveTo>
                    <a:pt x="1440756" y="1425181"/>
                  </a:moveTo>
                  <a:cubicBezTo>
                    <a:pt x="1440756" y="1373368"/>
                    <a:pt x="1404017" y="1310042"/>
                    <a:pt x="1359353" y="1284135"/>
                  </a:cubicBezTo>
                  <a:lnTo>
                    <a:pt x="718217" y="914250"/>
                  </a:lnTo>
                  <a:lnTo>
                    <a:pt x="718217" y="378131"/>
                  </a:lnTo>
                  <a:lnTo>
                    <a:pt x="81403" y="11124"/>
                  </a:lnTo>
                  <a:cubicBezTo>
                    <a:pt x="36019" y="-14783"/>
                    <a:pt x="0" y="6086"/>
                    <a:pt x="0" y="57899"/>
                  </a:cubicBezTo>
                  <a:cubicBezTo>
                    <a:pt x="0" y="109711"/>
                    <a:pt x="36739" y="173039"/>
                    <a:pt x="81403" y="198945"/>
                  </a:cubicBezTo>
                  <a:lnTo>
                    <a:pt x="555412" y="472401"/>
                  </a:lnTo>
                  <a:lnTo>
                    <a:pt x="555412" y="1008520"/>
                  </a:lnTo>
                  <a:lnTo>
                    <a:pt x="1360074" y="1471957"/>
                  </a:lnTo>
                  <a:cubicBezTo>
                    <a:pt x="1404737" y="1497863"/>
                    <a:pt x="1440756" y="1476994"/>
                    <a:pt x="1440756" y="1425181"/>
                  </a:cubicBez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 name="Google Shape;81;p11"/>
            <p:cNvSpPr/>
            <p:nvPr/>
          </p:nvSpPr>
          <p:spPr>
            <a:xfrm>
              <a:off x="7189772" y="3404311"/>
              <a:ext cx="131465" cy="1546825"/>
            </a:xfrm>
            <a:custGeom>
              <a:rect b="b" l="l" r="r" t="t"/>
              <a:pathLst>
                <a:path extrusionOk="0" h="1915573" w="162805">
                  <a:moveTo>
                    <a:pt x="81403" y="1904450"/>
                  </a:moveTo>
                  <a:cubicBezTo>
                    <a:pt x="36019" y="1878543"/>
                    <a:pt x="0" y="1815217"/>
                    <a:pt x="0" y="1763404"/>
                  </a:cubicBezTo>
                  <a:lnTo>
                    <a:pt x="0" y="57899"/>
                  </a:lnTo>
                  <a:cubicBezTo>
                    <a:pt x="0" y="6086"/>
                    <a:pt x="36739" y="-14783"/>
                    <a:pt x="81403" y="11124"/>
                  </a:cubicBezTo>
                  <a:cubicBezTo>
                    <a:pt x="126787" y="37030"/>
                    <a:pt x="162806" y="100356"/>
                    <a:pt x="162806" y="152169"/>
                  </a:cubicBezTo>
                  <a:lnTo>
                    <a:pt x="162806" y="1857674"/>
                  </a:lnTo>
                  <a:cubicBezTo>
                    <a:pt x="162806" y="1909487"/>
                    <a:pt x="126066" y="1930356"/>
                    <a:pt x="81403" y="1904450"/>
                  </a:cubicBez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 name="Google Shape;82;p11"/>
            <p:cNvSpPr/>
            <p:nvPr/>
          </p:nvSpPr>
          <p:spPr>
            <a:xfrm>
              <a:off x="8281830" y="4048322"/>
              <a:ext cx="301323" cy="451751"/>
            </a:xfrm>
            <a:custGeom>
              <a:rect b="b" l="l" r="r" t="t"/>
              <a:pathLst>
                <a:path extrusionOk="0" h="559444" w="373156">
                  <a:moveTo>
                    <a:pt x="373156" y="387306"/>
                  </a:moveTo>
                  <a:cubicBezTo>
                    <a:pt x="373156" y="529791"/>
                    <a:pt x="289592" y="597436"/>
                    <a:pt x="186578" y="537707"/>
                  </a:cubicBezTo>
                  <a:cubicBezTo>
                    <a:pt x="83564" y="478698"/>
                    <a:pt x="0" y="314624"/>
                    <a:pt x="0" y="172139"/>
                  </a:cubicBezTo>
                  <a:cubicBezTo>
                    <a:pt x="0" y="29653"/>
                    <a:pt x="83564" y="-37991"/>
                    <a:pt x="186578" y="21738"/>
                  </a:cubicBezTo>
                  <a:cubicBezTo>
                    <a:pt x="289592" y="80747"/>
                    <a:pt x="373156" y="244821"/>
                    <a:pt x="373156" y="38730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 name="Google Shape;83;p11"/>
            <p:cNvSpPr/>
            <p:nvPr/>
          </p:nvSpPr>
          <p:spPr>
            <a:xfrm>
              <a:off x="5366772" y="2053039"/>
              <a:ext cx="947016" cy="2298811"/>
            </a:xfrm>
            <a:custGeom>
              <a:rect b="b" l="l" r="r" t="t"/>
              <a:pathLst>
                <a:path extrusionOk="0" h="2846825" w="1172775">
                  <a:moveTo>
                    <a:pt x="0" y="0"/>
                  </a:moveTo>
                  <a:lnTo>
                    <a:pt x="1172776" y="676445"/>
                  </a:lnTo>
                  <a:lnTo>
                    <a:pt x="1172776" y="2846826"/>
                  </a:lnTo>
                  <a:lnTo>
                    <a:pt x="0" y="2170381"/>
                  </a:lnTo>
                  <a:lnTo>
                    <a:pt x="0"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 name="Google Shape;84;p11"/>
            <p:cNvSpPr/>
            <p:nvPr/>
          </p:nvSpPr>
          <p:spPr>
            <a:xfrm>
              <a:off x="5516560" y="3165592"/>
              <a:ext cx="564254" cy="394563"/>
            </a:xfrm>
            <a:custGeom>
              <a:rect b="b" l="l" r="r" t="t"/>
              <a:pathLst>
                <a:path extrusionOk="0" h="488623" w="698766">
                  <a:moveTo>
                    <a:pt x="0" y="0"/>
                  </a:moveTo>
                  <a:lnTo>
                    <a:pt x="698767" y="402988"/>
                  </a:lnTo>
                  <a:lnTo>
                    <a:pt x="698767" y="488624"/>
                  </a:lnTo>
                  <a:lnTo>
                    <a:pt x="0" y="85635"/>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 name="Google Shape;85;p11"/>
            <p:cNvSpPr/>
            <p:nvPr/>
          </p:nvSpPr>
          <p:spPr>
            <a:xfrm>
              <a:off x="5575198" y="3335550"/>
              <a:ext cx="447331" cy="327156"/>
            </a:xfrm>
            <a:custGeom>
              <a:rect b="b" l="l" r="r" t="t"/>
              <a:pathLst>
                <a:path extrusionOk="0" h="405147" w="553970">
                  <a:moveTo>
                    <a:pt x="0" y="0"/>
                  </a:moveTo>
                  <a:lnTo>
                    <a:pt x="553971" y="319512"/>
                  </a:lnTo>
                  <a:lnTo>
                    <a:pt x="553971" y="405147"/>
                  </a:lnTo>
                  <a:lnTo>
                    <a:pt x="0" y="85635"/>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 name="Google Shape;86;p11"/>
            <p:cNvSpPr/>
            <p:nvPr/>
          </p:nvSpPr>
          <p:spPr>
            <a:xfrm>
              <a:off x="5070100" y="3267682"/>
              <a:ext cx="659072" cy="575865"/>
            </a:xfrm>
            <a:custGeom>
              <a:rect b="b" l="l" r="r" t="t"/>
              <a:pathLst>
                <a:path extrusionOk="0" h="713145" w="816188">
                  <a:moveTo>
                    <a:pt x="815468" y="470633"/>
                  </a:moveTo>
                  <a:lnTo>
                    <a:pt x="0" y="0"/>
                  </a:lnTo>
                  <a:lnTo>
                    <a:pt x="0" y="242513"/>
                  </a:lnTo>
                  <a:lnTo>
                    <a:pt x="816188" y="713146"/>
                  </a:lnTo>
                  <a:lnTo>
                    <a:pt x="815468" y="470633"/>
                  </a:ln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7" name="Google Shape;87;p11"/>
            <p:cNvSpPr/>
            <p:nvPr/>
          </p:nvSpPr>
          <p:spPr>
            <a:xfrm>
              <a:off x="5618741" y="2677182"/>
              <a:ext cx="426390" cy="212100"/>
            </a:xfrm>
            <a:custGeom>
              <a:rect b="b" l="l" r="r" t="t"/>
              <a:pathLst>
                <a:path extrusionOk="0" h="262662" w="528037">
                  <a:moveTo>
                    <a:pt x="528037" y="118738"/>
                  </a:moveTo>
                  <a:lnTo>
                    <a:pt x="345781" y="262662"/>
                  </a:lnTo>
                  <a:lnTo>
                    <a:pt x="223317" y="105785"/>
                  </a:lnTo>
                  <a:lnTo>
                    <a:pt x="63393" y="243952"/>
                  </a:lnTo>
                  <a:lnTo>
                    <a:pt x="0" y="197896"/>
                  </a:lnTo>
                  <a:lnTo>
                    <a:pt x="235564" y="0"/>
                  </a:lnTo>
                  <a:lnTo>
                    <a:pt x="355146" y="156878"/>
                  </a:lnTo>
                  <a:lnTo>
                    <a:pt x="486976" y="59009"/>
                  </a:lnTo>
                  <a:lnTo>
                    <a:pt x="528037" y="118738"/>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 name="Google Shape;88;p11"/>
            <p:cNvSpPr/>
            <p:nvPr/>
          </p:nvSpPr>
          <p:spPr>
            <a:xfrm>
              <a:off x="5983922" y="2592420"/>
              <a:ext cx="171021" cy="256991"/>
            </a:xfrm>
            <a:custGeom>
              <a:rect b="b" l="l" r="r" t="t"/>
              <a:pathLst>
                <a:path extrusionOk="0" h="318255" w="211791">
                  <a:moveTo>
                    <a:pt x="211791" y="220296"/>
                  </a:moveTo>
                  <a:cubicBezTo>
                    <a:pt x="211791" y="301613"/>
                    <a:pt x="164246" y="339753"/>
                    <a:pt x="105896" y="305931"/>
                  </a:cubicBezTo>
                  <a:cubicBezTo>
                    <a:pt x="47545" y="272109"/>
                    <a:pt x="0" y="179277"/>
                    <a:pt x="0" y="97960"/>
                  </a:cubicBezTo>
                  <a:cubicBezTo>
                    <a:pt x="0" y="16643"/>
                    <a:pt x="47545" y="-21497"/>
                    <a:pt x="105896" y="12325"/>
                  </a:cubicBezTo>
                  <a:cubicBezTo>
                    <a:pt x="164246" y="46147"/>
                    <a:pt x="211791" y="139698"/>
                    <a:pt x="211791" y="220296"/>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 name="Google Shape;89;p11"/>
            <p:cNvSpPr/>
            <p:nvPr/>
          </p:nvSpPr>
          <p:spPr>
            <a:xfrm>
              <a:off x="5543847" y="2718873"/>
              <a:ext cx="171021" cy="256991"/>
            </a:xfrm>
            <a:custGeom>
              <a:rect b="b" l="l" r="r" t="t"/>
              <a:pathLst>
                <a:path extrusionOk="0" h="318255" w="211791">
                  <a:moveTo>
                    <a:pt x="211791" y="220296"/>
                  </a:moveTo>
                  <a:cubicBezTo>
                    <a:pt x="211791" y="301613"/>
                    <a:pt x="164246" y="339753"/>
                    <a:pt x="105896" y="305931"/>
                  </a:cubicBezTo>
                  <a:cubicBezTo>
                    <a:pt x="47545" y="272109"/>
                    <a:pt x="0" y="179278"/>
                    <a:pt x="0" y="97960"/>
                  </a:cubicBezTo>
                  <a:cubicBezTo>
                    <a:pt x="0" y="16643"/>
                    <a:pt x="47545" y="-21497"/>
                    <a:pt x="105896" y="12325"/>
                  </a:cubicBezTo>
                  <a:cubicBezTo>
                    <a:pt x="164246" y="46147"/>
                    <a:pt x="211791" y="138978"/>
                    <a:pt x="211791" y="220296"/>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 name="Google Shape;90;p11"/>
            <p:cNvSpPr/>
            <p:nvPr/>
          </p:nvSpPr>
          <p:spPr>
            <a:xfrm>
              <a:off x="7716352" y="2678342"/>
              <a:ext cx="900480" cy="987861"/>
            </a:xfrm>
            <a:custGeom>
              <a:rect b="b" l="l" r="r" t="t"/>
              <a:pathLst>
                <a:path extrusionOk="0" h="1223357" w="1115145">
                  <a:moveTo>
                    <a:pt x="1115145" y="643342"/>
                  </a:moveTo>
                  <a:lnTo>
                    <a:pt x="0" y="0"/>
                  </a:lnTo>
                  <a:lnTo>
                    <a:pt x="0" y="580015"/>
                  </a:lnTo>
                  <a:lnTo>
                    <a:pt x="1115145" y="1223358"/>
                  </a:lnTo>
                  <a:lnTo>
                    <a:pt x="1115145" y="643342"/>
                  </a:lnTo>
                  <a:close/>
                </a:path>
              </a:pathLst>
            </a:custGeom>
            <a:gradFill>
              <a:gsLst>
                <a:gs pos="0">
                  <a:srgbClr val="FFFFFF">
                    <a:alpha val="29803"/>
                    <a:alpha val="20000"/>
                  </a:srgbClr>
                </a:gs>
                <a:gs pos="100000">
                  <a:srgbClr val="FFFFFF">
                    <a:alpha val="0"/>
                    <a:alpha val="200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 name="Google Shape;91;p11"/>
            <p:cNvSpPr/>
            <p:nvPr/>
          </p:nvSpPr>
          <p:spPr>
            <a:xfrm>
              <a:off x="7946259" y="2924287"/>
              <a:ext cx="271075" cy="212680"/>
            </a:xfrm>
            <a:custGeom>
              <a:rect b="b" l="l" r="r" t="t"/>
              <a:pathLst>
                <a:path extrusionOk="0" h="263381" w="335696">
                  <a:moveTo>
                    <a:pt x="0" y="0"/>
                  </a:moveTo>
                  <a:lnTo>
                    <a:pt x="335696" y="193578"/>
                  </a:lnTo>
                  <a:lnTo>
                    <a:pt x="335696" y="263382"/>
                  </a:lnTo>
                  <a:lnTo>
                    <a:pt x="0" y="69084"/>
                  </a:lnTo>
                  <a:lnTo>
                    <a:pt x="0" y="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 name="Google Shape;92;p11"/>
            <p:cNvSpPr/>
            <p:nvPr/>
          </p:nvSpPr>
          <p:spPr>
            <a:xfrm>
              <a:off x="7946840" y="3036819"/>
              <a:ext cx="577051" cy="389333"/>
            </a:xfrm>
            <a:custGeom>
              <a:rect b="b" l="l" r="r" t="t"/>
              <a:pathLst>
                <a:path extrusionOk="0" h="482146" w="714614">
                  <a:moveTo>
                    <a:pt x="0" y="0"/>
                  </a:moveTo>
                  <a:lnTo>
                    <a:pt x="714615" y="411624"/>
                  </a:lnTo>
                  <a:lnTo>
                    <a:pt x="714615" y="482147"/>
                  </a:lnTo>
                  <a:lnTo>
                    <a:pt x="0" y="70523"/>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 name="Google Shape;93;p11"/>
            <p:cNvSpPr/>
            <p:nvPr/>
          </p:nvSpPr>
          <p:spPr>
            <a:xfrm>
              <a:off x="7797052" y="2835447"/>
              <a:ext cx="102380" cy="151850"/>
            </a:xfrm>
            <a:custGeom>
              <a:rect b="b" l="l" r="r" t="t"/>
              <a:pathLst>
                <a:path extrusionOk="0" h="188049" w="126786">
                  <a:moveTo>
                    <a:pt x="126787" y="130366"/>
                  </a:moveTo>
                  <a:cubicBezTo>
                    <a:pt x="126787" y="177861"/>
                    <a:pt x="98692" y="200889"/>
                    <a:pt x="63393" y="180739"/>
                  </a:cubicBezTo>
                  <a:cubicBezTo>
                    <a:pt x="28095" y="160590"/>
                    <a:pt x="0" y="105179"/>
                    <a:pt x="0" y="57684"/>
                  </a:cubicBezTo>
                  <a:cubicBezTo>
                    <a:pt x="0" y="10189"/>
                    <a:pt x="28095" y="-12839"/>
                    <a:pt x="63393" y="7310"/>
                  </a:cubicBezTo>
                  <a:cubicBezTo>
                    <a:pt x="98692" y="27460"/>
                    <a:pt x="126787" y="82870"/>
                    <a:pt x="126787" y="13036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 name="Google Shape;94;p11"/>
            <p:cNvSpPr/>
            <p:nvPr/>
          </p:nvSpPr>
          <p:spPr>
            <a:xfrm>
              <a:off x="5410315" y="1248496"/>
              <a:ext cx="900480" cy="987861"/>
            </a:xfrm>
            <a:custGeom>
              <a:rect b="b" l="l" r="r" t="t"/>
              <a:pathLst>
                <a:path extrusionOk="0" h="1223357" w="1115145">
                  <a:moveTo>
                    <a:pt x="1115145" y="643342"/>
                  </a:moveTo>
                  <a:lnTo>
                    <a:pt x="0" y="0"/>
                  </a:lnTo>
                  <a:lnTo>
                    <a:pt x="0" y="580016"/>
                  </a:lnTo>
                  <a:lnTo>
                    <a:pt x="1115145" y="1223358"/>
                  </a:lnTo>
                  <a:lnTo>
                    <a:pt x="1115145" y="643342"/>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5" name="Google Shape;95;p11"/>
            <p:cNvSpPr/>
            <p:nvPr/>
          </p:nvSpPr>
          <p:spPr>
            <a:xfrm>
              <a:off x="5640222" y="1494441"/>
              <a:ext cx="271075" cy="212680"/>
            </a:xfrm>
            <a:custGeom>
              <a:rect b="b" l="l" r="r" t="t"/>
              <a:pathLst>
                <a:path extrusionOk="0" h="263381" w="335696">
                  <a:moveTo>
                    <a:pt x="0" y="0"/>
                  </a:moveTo>
                  <a:lnTo>
                    <a:pt x="335696" y="193578"/>
                  </a:lnTo>
                  <a:lnTo>
                    <a:pt x="335696" y="263382"/>
                  </a:lnTo>
                  <a:lnTo>
                    <a:pt x="0" y="69803"/>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6" name="Google Shape;96;p11"/>
            <p:cNvSpPr/>
            <p:nvPr/>
          </p:nvSpPr>
          <p:spPr>
            <a:xfrm>
              <a:off x="5640803" y="1606973"/>
              <a:ext cx="577052" cy="389333"/>
            </a:xfrm>
            <a:custGeom>
              <a:rect b="b" l="l" r="r" t="t"/>
              <a:pathLst>
                <a:path extrusionOk="0" h="482146" w="714615">
                  <a:moveTo>
                    <a:pt x="0" y="0"/>
                  </a:moveTo>
                  <a:lnTo>
                    <a:pt x="714615" y="411624"/>
                  </a:lnTo>
                  <a:lnTo>
                    <a:pt x="714615" y="482147"/>
                  </a:lnTo>
                  <a:lnTo>
                    <a:pt x="0" y="70523"/>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7" name="Google Shape;97;p11"/>
            <p:cNvSpPr/>
            <p:nvPr/>
          </p:nvSpPr>
          <p:spPr>
            <a:xfrm>
              <a:off x="5491015" y="1405600"/>
              <a:ext cx="102380" cy="151850"/>
            </a:xfrm>
            <a:custGeom>
              <a:rect b="b" l="l" r="r" t="t"/>
              <a:pathLst>
                <a:path extrusionOk="0" h="188049" w="126786">
                  <a:moveTo>
                    <a:pt x="126787" y="130366"/>
                  </a:moveTo>
                  <a:cubicBezTo>
                    <a:pt x="126787" y="177860"/>
                    <a:pt x="98692" y="200888"/>
                    <a:pt x="63393" y="180739"/>
                  </a:cubicBezTo>
                  <a:cubicBezTo>
                    <a:pt x="28095" y="160590"/>
                    <a:pt x="0" y="105179"/>
                    <a:pt x="0" y="57684"/>
                  </a:cubicBezTo>
                  <a:cubicBezTo>
                    <a:pt x="0" y="10189"/>
                    <a:pt x="28095" y="-12839"/>
                    <a:pt x="63393" y="7310"/>
                  </a:cubicBezTo>
                  <a:cubicBezTo>
                    <a:pt x="97971" y="27459"/>
                    <a:pt x="126787" y="82870"/>
                    <a:pt x="126787" y="13036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 name="Google Shape;98;p11"/>
            <p:cNvSpPr/>
            <p:nvPr/>
          </p:nvSpPr>
          <p:spPr>
            <a:xfrm>
              <a:off x="6753181" y="2011247"/>
              <a:ext cx="744582" cy="1117500"/>
            </a:xfrm>
            <a:custGeom>
              <a:rect b="b" l="l" r="r" t="t"/>
              <a:pathLst>
                <a:path extrusionOk="0" h="1383901" w="922083">
                  <a:moveTo>
                    <a:pt x="922084" y="957851"/>
                  </a:moveTo>
                  <a:cubicBezTo>
                    <a:pt x="922084" y="1310466"/>
                    <a:pt x="715336" y="1477418"/>
                    <a:pt x="461042" y="1330616"/>
                  </a:cubicBezTo>
                  <a:cubicBezTo>
                    <a:pt x="206028" y="1183813"/>
                    <a:pt x="0" y="778665"/>
                    <a:pt x="0" y="426050"/>
                  </a:cubicBezTo>
                  <a:cubicBezTo>
                    <a:pt x="0" y="73435"/>
                    <a:pt x="206749" y="-93517"/>
                    <a:pt x="461042" y="53286"/>
                  </a:cubicBezTo>
                  <a:cubicBezTo>
                    <a:pt x="716056" y="200089"/>
                    <a:pt x="922084" y="605236"/>
                    <a:pt x="922084" y="957851"/>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 name="Google Shape;99;p11"/>
            <p:cNvSpPr/>
            <p:nvPr/>
          </p:nvSpPr>
          <p:spPr>
            <a:xfrm>
              <a:off x="6892519" y="2504904"/>
              <a:ext cx="101216" cy="138044"/>
            </a:xfrm>
            <a:custGeom>
              <a:rect b="b" l="l" r="r" t="t"/>
              <a:pathLst>
                <a:path extrusionOk="0" h="170952" w="125345">
                  <a:moveTo>
                    <a:pt x="106616" y="170551"/>
                  </a:moveTo>
                  <a:cubicBezTo>
                    <a:pt x="118862" y="166952"/>
                    <a:pt x="125346" y="153999"/>
                    <a:pt x="125346" y="131691"/>
                  </a:cubicBezTo>
                  <a:cubicBezTo>
                    <a:pt x="125346" y="108663"/>
                    <a:pt x="118862" y="88514"/>
                    <a:pt x="106616" y="71962"/>
                  </a:cubicBezTo>
                  <a:cubicBezTo>
                    <a:pt x="93649" y="55411"/>
                    <a:pt x="74920" y="39579"/>
                    <a:pt x="50426" y="25907"/>
                  </a:cubicBezTo>
                  <a:cubicBezTo>
                    <a:pt x="42502" y="21589"/>
                    <a:pt x="33858" y="16552"/>
                    <a:pt x="24493" y="12234"/>
                  </a:cubicBezTo>
                  <a:cubicBezTo>
                    <a:pt x="15128" y="7196"/>
                    <a:pt x="7204" y="2879"/>
                    <a:pt x="0" y="0"/>
                  </a:cubicBezTo>
                  <a:lnTo>
                    <a:pt x="0" y="123775"/>
                  </a:lnTo>
                  <a:lnTo>
                    <a:pt x="45384" y="149682"/>
                  </a:lnTo>
                  <a:cubicBezTo>
                    <a:pt x="74199" y="166233"/>
                    <a:pt x="94370" y="172709"/>
                    <a:pt x="106616" y="170551"/>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0" name="Google Shape;100;p11"/>
            <p:cNvSpPr/>
            <p:nvPr/>
          </p:nvSpPr>
          <p:spPr>
            <a:xfrm>
              <a:off x="6891938" y="2683563"/>
              <a:ext cx="114013" cy="162260"/>
            </a:xfrm>
            <a:custGeom>
              <a:rect b="b" l="l" r="r" t="t"/>
              <a:pathLst>
                <a:path extrusionOk="0" h="200941" w="141193">
                  <a:moveTo>
                    <a:pt x="58350" y="33822"/>
                  </a:moveTo>
                  <a:lnTo>
                    <a:pt x="0" y="0"/>
                  </a:lnTo>
                  <a:lnTo>
                    <a:pt x="0" y="148242"/>
                  </a:lnTo>
                  <a:cubicBezTo>
                    <a:pt x="7204" y="153279"/>
                    <a:pt x="14408" y="158317"/>
                    <a:pt x="21611" y="162634"/>
                  </a:cubicBezTo>
                  <a:cubicBezTo>
                    <a:pt x="29535" y="167672"/>
                    <a:pt x="38180" y="172709"/>
                    <a:pt x="47545" y="178466"/>
                  </a:cubicBezTo>
                  <a:cubicBezTo>
                    <a:pt x="75640" y="194298"/>
                    <a:pt x="97971" y="202214"/>
                    <a:pt x="115261" y="200774"/>
                  </a:cubicBezTo>
                  <a:cubicBezTo>
                    <a:pt x="132550" y="200055"/>
                    <a:pt x="141194" y="184223"/>
                    <a:pt x="141194" y="154719"/>
                  </a:cubicBezTo>
                  <a:cubicBezTo>
                    <a:pt x="141194" y="128812"/>
                    <a:pt x="133990" y="105784"/>
                    <a:pt x="119583" y="86355"/>
                  </a:cubicBezTo>
                  <a:cubicBezTo>
                    <a:pt x="105175" y="66925"/>
                    <a:pt x="85005" y="48934"/>
                    <a:pt x="58350" y="33822"/>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1" name="Google Shape;101;p11"/>
            <p:cNvSpPr/>
            <p:nvPr/>
          </p:nvSpPr>
          <p:spPr>
            <a:xfrm>
              <a:off x="6580170" y="2127259"/>
              <a:ext cx="744582" cy="1117500"/>
            </a:xfrm>
            <a:custGeom>
              <a:rect b="b" l="l" r="r" t="t"/>
              <a:pathLst>
                <a:path extrusionOk="0" h="1383901" w="922083">
                  <a:moveTo>
                    <a:pt x="461042" y="53286"/>
                  </a:moveTo>
                  <a:cubicBezTo>
                    <a:pt x="206028" y="-93517"/>
                    <a:pt x="0" y="73435"/>
                    <a:pt x="0" y="426050"/>
                  </a:cubicBezTo>
                  <a:cubicBezTo>
                    <a:pt x="0" y="778665"/>
                    <a:pt x="206749" y="1183813"/>
                    <a:pt x="461042" y="1330616"/>
                  </a:cubicBezTo>
                  <a:cubicBezTo>
                    <a:pt x="716056" y="1477418"/>
                    <a:pt x="922084" y="1310466"/>
                    <a:pt x="922084" y="957851"/>
                  </a:cubicBezTo>
                  <a:cubicBezTo>
                    <a:pt x="922084" y="605236"/>
                    <a:pt x="715335" y="200089"/>
                    <a:pt x="461042" y="53286"/>
                  </a:cubicBezTo>
                  <a:close/>
                  <a:moveTo>
                    <a:pt x="574862" y="1010384"/>
                  </a:moveTo>
                  <a:cubicBezTo>
                    <a:pt x="550369" y="1019739"/>
                    <a:pt x="516511" y="1014701"/>
                    <a:pt x="473289" y="995271"/>
                  </a:cubicBezTo>
                  <a:lnTo>
                    <a:pt x="473289" y="1081626"/>
                  </a:lnTo>
                  <a:lnTo>
                    <a:pt x="384682" y="1030533"/>
                  </a:lnTo>
                  <a:lnTo>
                    <a:pt x="384682" y="944898"/>
                  </a:lnTo>
                  <a:cubicBezTo>
                    <a:pt x="378199" y="941300"/>
                    <a:pt x="372436" y="936982"/>
                    <a:pt x="365952" y="932664"/>
                  </a:cubicBezTo>
                  <a:cubicBezTo>
                    <a:pt x="343620" y="917552"/>
                    <a:pt x="320568" y="899562"/>
                    <a:pt x="296075" y="878692"/>
                  </a:cubicBezTo>
                  <a:lnTo>
                    <a:pt x="296075" y="321705"/>
                  </a:lnTo>
                  <a:cubicBezTo>
                    <a:pt x="314805" y="327462"/>
                    <a:pt x="335696" y="336098"/>
                    <a:pt x="358748" y="346892"/>
                  </a:cubicBezTo>
                  <a:cubicBezTo>
                    <a:pt x="367393" y="350490"/>
                    <a:pt x="376037" y="354808"/>
                    <a:pt x="384682" y="359126"/>
                  </a:cubicBezTo>
                  <a:lnTo>
                    <a:pt x="384682" y="273490"/>
                  </a:lnTo>
                  <a:lnTo>
                    <a:pt x="473289" y="324584"/>
                  </a:lnTo>
                  <a:lnTo>
                    <a:pt x="472568" y="412377"/>
                  </a:lnTo>
                  <a:cubicBezTo>
                    <a:pt x="479772" y="418134"/>
                    <a:pt x="486976" y="423172"/>
                    <a:pt x="493459" y="428929"/>
                  </a:cubicBezTo>
                  <a:cubicBezTo>
                    <a:pt x="515791" y="446919"/>
                    <a:pt x="535241" y="467069"/>
                    <a:pt x="551089" y="488658"/>
                  </a:cubicBezTo>
                  <a:cubicBezTo>
                    <a:pt x="566938" y="510246"/>
                    <a:pt x="579184" y="534713"/>
                    <a:pt x="587829" y="560620"/>
                  </a:cubicBezTo>
                  <a:cubicBezTo>
                    <a:pt x="597193" y="586526"/>
                    <a:pt x="601516" y="614591"/>
                    <a:pt x="601516" y="644815"/>
                  </a:cubicBezTo>
                  <a:cubicBezTo>
                    <a:pt x="601516" y="690871"/>
                    <a:pt x="585667" y="718217"/>
                    <a:pt x="553971" y="726133"/>
                  </a:cubicBezTo>
                  <a:cubicBezTo>
                    <a:pt x="580625" y="754918"/>
                    <a:pt x="598634" y="783703"/>
                    <a:pt x="607999" y="813207"/>
                  </a:cubicBezTo>
                  <a:cubicBezTo>
                    <a:pt x="617364" y="841992"/>
                    <a:pt x="622407" y="872216"/>
                    <a:pt x="622407" y="901720"/>
                  </a:cubicBezTo>
                  <a:cubicBezTo>
                    <a:pt x="622407" y="962169"/>
                    <a:pt x="606558" y="998150"/>
                    <a:pt x="574862" y="1010384"/>
                  </a:cubicBez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grpSp>
        <p:nvGrpSpPr>
          <p:cNvPr id="106" name="Google Shape;106;p12"/>
          <p:cNvGrpSpPr/>
          <p:nvPr/>
        </p:nvGrpSpPr>
        <p:grpSpPr>
          <a:xfrm>
            <a:off x="5428997" y="1451838"/>
            <a:ext cx="3074849" cy="2239605"/>
            <a:chOff x="2444640" y="4131437"/>
            <a:chExt cx="710357" cy="684016"/>
          </a:xfrm>
        </p:grpSpPr>
        <p:sp>
          <p:nvSpPr>
            <p:cNvPr id="107" name="Google Shape;107;p12"/>
            <p:cNvSpPr/>
            <p:nvPr/>
          </p:nvSpPr>
          <p:spPr>
            <a:xfrm>
              <a:off x="2739069" y="4133604"/>
              <a:ext cx="330621" cy="496759"/>
            </a:xfrm>
            <a:custGeom>
              <a:rect b="b" l="l" r="r" t="t"/>
              <a:pathLst>
                <a:path extrusionOk="0" h="4967593" w="3306210">
                  <a:moveTo>
                    <a:pt x="3306211" y="3438656"/>
                  </a:moveTo>
                  <a:cubicBezTo>
                    <a:pt x="3306211" y="4705032"/>
                    <a:pt x="2565657" y="5303146"/>
                    <a:pt x="1652644" y="4776104"/>
                  </a:cubicBezTo>
                  <a:cubicBezTo>
                    <a:pt x="739632" y="4249063"/>
                    <a:pt x="0" y="2794391"/>
                    <a:pt x="0" y="1528938"/>
                  </a:cubicBezTo>
                  <a:cubicBezTo>
                    <a:pt x="0" y="262562"/>
                    <a:pt x="740554" y="-335552"/>
                    <a:pt x="1653566" y="191490"/>
                  </a:cubicBezTo>
                  <a:cubicBezTo>
                    <a:pt x="2566579" y="718531"/>
                    <a:pt x="3306211" y="2172279"/>
                    <a:pt x="3306211" y="3438656"/>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 name="Google Shape;108;p12"/>
            <p:cNvSpPr/>
            <p:nvPr/>
          </p:nvSpPr>
          <p:spPr>
            <a:xfrm>
              <a:off x="2664128" y="4191909"/>
              <a:ext cx="165449" cy="248292"/>
            </a:xfrm>
            <a:custGeom>
              <a:rect b="b" l="l" r="r" t="t"/>
              <a:pathLst>
                <a:path extrusionOk="0" h="2482919" w="1654488">
                  <a:moveTo>
                    <a:pt x="1654489" y="191074"/>
                  </a:moveTo>
                  <a:cubicBezTo>
                    <a:pt x="1436842" y="65544"/>
                    <a:pt x="1221961" y="933"/>
                    <a:pt x="1021836" y="10"/>
                  </a:cubicBezTo>
                  <a:cubicBezTo>
                    <a:pt x="821711" y="-913"/>
                    <a:pt x="639109" y="62775"/>
                    <a:pt x="485095" y="187382"/>
                  </a:cubicBezTo>
                  <a:cubicBezTo>
                    <a:pt x="331082" y="311989"/>
                    <a:pt x="209347" y="493823"/>
                    <a:pt x="126346" y="723653"/>
                  </a:cubicBezTo>
                  <a:cubicBezTo>
                    <a:pt x="43345" y="953484"/>
                    <a:pt x="0" y="1227620"/>
                    <a:pt x="0" y="1528523"/>
                  </a:cubicBezTo>
                  <a:lnTo>
                    <a:pt x="1653567" y="2482920"/>
                  </a:lnTo>
                  <a:lnTo>
                    <a:pt x="1654489" y="191074"/>
                  </a:ln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9" name="Google Shape;109;p12"/>
            <p:cNvSpPr/>
            <p:nvPr/>
          </p:nvSpPr>
          <p:spPr>
            <a:xfrm>
              <a:off x="2700909" y="4179300"/>
              <a:ext cx="330662" cy="477558"/>
            </a:xfrm>
            <a:custGeom>
              <a:rect b="b" l="l" r="r" t="t"/>
              <a:pathLst>
                <a:path extrusionOk="0" h="4775580" w="3306620">
                  <a:moveTo>
                    <a:pt x="0" y="1337448"/>
                  </a:moveTo>
                  <a:cubicBezTo>
                    <a:pt x="0" y="1790649"/>
                    <a:pt x="96835" y="2290000"/>
                    <a:pt x="278515" y="2771814"/>
                  </a:cubicBezTo>
                  <a:cubicBezTo>
                    <a:pt x="460195" y="3253627"/>
                    <a:pt x="718421" y="3696674"/>
                    <a:pt x="1019991" y="4044651"/>
                  </a:cubicBezTo>
                  <a:cubicBezTo>
                    <a:pt x="1321562" y="4392628"/>
                    <a:pt x="1654489" y="4629843"/>
                    <a:pt x="1975426" y="4726759"/>
                  </a:cubicBezTo>
                  <a:cubicBezTo>
                    <a:pt x="2296364" y="4823676"/>
                    <a:pt x="2590557" y="4775679"/>
                    <a:pt x="2822038" y="4588307"/>
                  </a:cubicBezTo>
                  <a:cubicBezTo>
                    <a:pt x="3053518" y="4400935"/>
                    <a:pt x="3210298" y="4083418"/>
                    <a:pt x="3274855" y="3676368"/>
                  </a:cubicBezTo>
                  <a:cubicBezTo>
                    <a:pt x="3338489" y="3268395"/>
                    <a:pt x="3306211" y="2788428"/>
                    <a:pt x="3180787" y="2297384"/>
                  </a:cubicBezTo>
                  <a:cubicBezTo>
                    <a:pt x="3055363" y="1806340"/>
                    <a:pt x="2844171" y="1325449"/>
                    <a:pt x="2572112" y="916554"/>
                  </a:cubicBezTo>
                  <a:cubicBezTo>
                    <a:pt x="2300053" y="507658"/>
                    <a:pt x="1980960" y="188295"/>
                    <a:pt x="1653566" y="0"/>
                  </a:cubicBezTo>
                  <a:lnTo>
                    <a:pt x="1653566" y="2292769"/>
                  </a:lnTo>
                  <a:lnTo>
                    <a:pt x="0" y="1337448"/>
                  </a:ln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0" name="Google Shape;110;p12"/>
            <p:cNvSpPr/>
            <p:nvPr/>
          </p:nvSpPr>
          <p:spPr>
            <a:xfrm>
              <a:off x="2473788" y="4131437"/>
              <a:ext cx="274549" cy="323609"/>
            </a:xfrm>
            <a:custGeom>
              <a:rect b="b" l="l" r="r" t="t"/>
              <a:pathLst>
                <a:path extrusionOk="0" h="3236089" w="2745492">
                  <a:moveTo>
                    <a:pt x="2743648" y="1584816"/>
                  </a:moveTo>
                  <a:lnTo>
                    <a:pt x="0" y="0"/>
                  </a:lnTo>
                  <a:lnTo>
                    <a:pt x="922" y="1431596"/>
                  </a:lnTo>
                  <a:lnTo>
                    <a:pt x="2502945" y="2877037"/>
                  </a:lnTo>
                  <a:lnTo>
                    <a:pt x="2745492" y="3236090"/>
                  </a:lnTo>
                  <a:lnTo>
                    <a:pt x="2743648" y="1584816"/>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 name="Google Shape;111;p12"/>
            <p:cNvSpPr/>
            <p:nvPr/>
          </p:nvSpPr>
          <p:spPr>
            <a:xfrm>
              <a:off x="2444640" y="4148281"/>
              <a:ext cx="103567" cy="98670"/>
            </a:xfrm>
            <a:custGeom>
              <a:rect b="b" l="l" r="r" t="t"/>
              <a:pathLst>
                <a:path extrusionOk="0" h="986702" w="1035669">
                  <a:moveTo>
                    <a:pt x="0" y="388589"/>
                  </a:moveTo>
                  <a:lnTo>
                    <a:pt x="0" y="0"/>
                  </a:lnTo>
                  <a:lnTo>
                    <a:pt x="1035669" y="598114"/>
                  </a:lnTo>
                  <a:lnTo>
                    <a:pt x="1035669" y="986703"/>
                  </a:lnTo>
                  <a:lnTo>
                    <a:pt x="0" y="388589"/>
                  </a:ln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 name="Google Shape;112;p12"/>
            <p:cNvSpPr/>
            <p:nvPr/>
          </p:nvSpPr>
          <p:spPr>
            <a:xfrm>
              <a:off x="2617049" y="4248978"/>
              <a:ext cx="60130" cy="47258"/>
            </a:xfrm>
            <a:custGeom>
              <a:rect b="b" l="l" r="r" t="t"/>
              <a:pathLst>
                <a:path extrusionOk="0" h="472583" w="601296">
                  <a:moveTo>
                    <a:pt x="601297" y="347054"/>
                  </a:moveTo>
                  <a:lnTo>
                    <a:pt x="0" y="0"/>
                  </a:lnTo>
                  <a:lnTo>
                    <a:pt x="0" y="125530"/>
                  </a:lnTo>
                  <a:lnTo>
                    <a:pt x="601297" y="472584"/>
                  </a:lnTo>
                  <a:lnTo>
                    <a:pt x="601297" y="347054"/>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3" name="Google Shape;113;p12"/>
            <p:cNvSpPr/>
            <p:nvPr/>
          </p:nvSpPr>
          <p:spPr>
            <a:xfrm>
              <a:off x="2561510" y="4241982"/>
              <a:ext cx="115925" cy="79471"/>
            </a:xfrm>
            <a:custGeom>
              <a:rect b="b" l="l" r="r" t="t"/>
              <a:pathLst>
                <a:path extrusionOk="0" h="794715" w="1159248">
                  <a:moveTo>
                    <a:pt x="1159249" y="669186"/>
                  </a:moveTo>
                  <a:lnTo>
                    <a:pt x="0" y="0"/>
                  </a:lnTo>
                  <a:lnTo>
                    <a:pt x="0" y="125530"/>
                  </a:lnTo>
                  <a:lnTo>
                    <a:pt x="1159249" y="794716"/>
                  </a:lnTo>
                  <a:lnTo>
                    <a:pt x="1159249" y="669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4" name="Google Shape;114;p12"/>
            <p:cNvSpPr/>
            <p:nvPr/>
          </p:nvSpPr>
          <p:spPr>
            <a:xfrm>
              <a:off x="2537051" y="4252936"/>
              <a:ext cx="140456" cy="93686"/>
            </a:xfrm>
            <a:custGeom>
              <a:rect b="b" l="l" r="r" t="t"/>
              <a:pathLst>
                <a:path extrusionOk="0" h="936860" w="1404563">
                  <a:moveTo>
                    <a:pt x="1404563" y="810407"/>
                  </a:moveTo>
                  <a:lnTo>
                    <a:pt x="0" y="0"/>
                  </a:lnTo>
                  <a:lnTo>
                    <a:pt x="0" y="125530"/>
                  </a:lnTo>
                  <a:lnTo>
                    <a:pt x="1404563" y="936860"/>
                  </a:lnTo>
                  <a:lnTo>
                    <a:pt x="1404563" y="810407"/>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 name="Google Shape;115;p12"/>
            <p:cNvSpPr/>
            <p:nvPr/>
          </p:nvSpPr>
          <p:spPr>
            <a:xfrm>
              <a:off x="2691806" y="4291056"/>
              <a:ext cx="31172" cy="46399"/>
            </a:xfrm>
            <a:custGeom>
              <a:rect b="b" l="l" r="r" t="t"/>
              <a:pathLst>
                <a:path extrusionOk="0" h="463988" w="311715">
                  <a:moveTo>
                    <a:pt x="0" y="142000"/>
                  </a:moveTo>
                  <a:cubicBezTo>
                    <a:pt x="0" y="260146"/>
                    <a:pt x="70090" y="395829"/>
                    <a:pt x="155858" y="445672"/>
                  </a:cubicBezTo>
                  <a:cubicBezTo>
                    <a:pt x="241626" y="495515"/>
                    <a:pt x="311715" y="440134"/>
                    <a:pt x="311715" y="321988"/>
                  </a:cubicBezTo>
                  <a:cubicBezTo>
                    <a:pt x="311715" y="203842"/>
                    <a:pt x="241626" y="68159"/>
                    <a:pt x="155858" y="18316"/>
                  </a:cubicBezTo>
                  <a:cubicBezTo>
                    <a:pt x="69168" y="-31527"/>
                    <a:pt x="0" y="23854"/>
                    <a:pt x="0" y="14200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 name="Google Shape;116;p12"/>
            <p:cNvSpPr/>
            <p:nvPr/>
          </p:nvSpPr>
          <p:spPr>
            <a:xfrm>
              <a:off x="2857411" y="4510291"/>
              <a:ext cx="274549" cy="301733"/>
            </a:xfrm>
            <a:custGeom>
              <a:rect b="b" l="l" r="r" t="t"/>
              <a:pathLst>
                <a:path extrusionOk="0" h="3017335" w="2745492">
                  <a:moveTo>
                    <a:pt x="0" y="0"/>
                  </a:moveTo>
                  <a:lnTo>
                    <a:pt x="2744570" y="1585740"/>
                  </a:lnTo>
                  <a:lnTo>
                    <a:pt x="2745492" y="3017335"/>
                  </a:lnTo>
                  <a:lnTo>
                    <a:pt x="243470" y="1571894"/>
                  </a:lnTo>
                  <a:lnTo>
                    <a:pt x="1845" y="1651273"/>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 name="Google Shape;117;p12"/>
            <p:cNvSpPr/>
            <p:nvPr/>
          </p:nvSpPr>
          <p:spPr>
            <a:xfrm>
              <a:off x="3051429" y="4654801"/>
              <a:ext cx="103567" cy="98670"/>
            </a:xfrm>
            <a:custGeom>
              <a:rect b="b" l="l" r="r" t="t"/>
              <a:pathLst>
                <a:path extrusionOk="0" h="986702" w="1035669">
                  <a:moveTo>
                    <a:pt x="0" y="388589"/>
                  </a:moveTo>
                  <a:lnTo>
                    <a:pt x="0" y="0"/>
                  </a:lnTo>
                  <a:lnTo>
                    <a:pt x="1035669" y="598114"/>
                  </a:lnTo>
                  <a:lnTo>
                    <a:pt x="1035669" y="986703"/>
                  </a:lnTo>
                  <a:lnTo>
                    <a:pt x="0" y="388589"/>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 name="Google Shape;118;p12"/>
            <p:cNvSpPr/>
            <p:nvPr/>
          </p:nvSpPr>
          <p:spPr>
            <a:xfrm>
              <a:off x="2927846" y="4585768"/>
              <a:ext cx="60130" cy="47258"/>
            </a:xfrm>
            <a:custGeom>
              <a:rect b="b" l="l" r="r" t="t"/>
              <a:pathLst>
                <a:path extrusionOk="0" h="472583" w="601297">
                  <a:moveTo>
                    <a:pt x="0" y="0"/>
                  </a:moveTo>
                  <a:lnTo>
                    <a:pt x="601297" y="347054"/>
                  </a:lnTo>
                  <a:lnTo>
                    <a:pt x="601297" y="472583"/>
                  </a:lnTo>
                  <a:lnTo>
                    <a:pt x="0" y="12553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 name="Google Shape;119;p12"/>
            <p:cNvSpPr/>
            <p:nvPr/>
          </p:nvSpPr>
          <p:spPr>
            <a:xfrm>
              <a:off x="2927846" y="4610804"/>
              <a:ext cx="108547" cy="75226"/>
            </a:xfrm>
            <a:custGeom>
              <a:rect b="b" l="l" r="r" t="t"/>
              <a:pathLst>
                <a:path extrusionOk="0" h="752257" w="1085470">
                  <a:moveTo>
                    <a:pt x="0" y="0"/>
                  </a:moveTo>
                  <a:lnTo>
                    <a:pt x="1085470" y="626727"/>
                  </a:lnTo>
                  <a:lnTo>
                    <a:pt x="1085470" y="752257"/>
                  </a:lnTo>
                  <a:lnTo>
                    <a:pt x="0" y="126453"/>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 name="Google Shape;120;p12"/>
            <p:cNvSpPr/>
            <p:nvPr/>
          </p:nvSpPr>
          <p:spPr>
            <a:xfrm>
              <a:off x="2927846" y="4635932"/>
              <a:ext cx="140456" cy="93686"/>
            </a:xfrm>
            <a:custGeom>
              <a:rect b="b" l="l" r="r" t="t"/>
              <a:pathLst>
                <a:path extrusionOk="0" h="936860" w="1404563">
                  <a:moveTo>
                    <a:pt x="0" y="0"/>
                  </a:moveTo>
                  <a:lnTo>
                    <a:pt x="1404563" y="811330"/>
                  </a:lnTo>
                  <a:lnTo>
                    <a:pt x="1404563" y="936860"/>
                  </a:lnTo>
                  <a:lnTo>
                    <a:pt x="0" y="12553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 name="Google Shape;121;p12"/>
            <p:cNvSpPr/>
            <p:nvPr/>
          </p:nvSpPr>
          <p:spPr>
            <a:xfrm>
              <a:off x="2881962" y="4558169"/>
              <a:ext cx="31172" cy="46399"/>
            </a:xfrm>
            <a:custGeom>
              <a:rect b="b" l="l" r="r" t="t"/>
              <a:pathLst>
                <a:path extrusionOk="0" h="463988" w="311715">
                  <a:moveTo>
                    <a:pt x="311715" y="321988"/>
                  </a:moveTo>
                  <a:cubicBezTo>
                    <a:pt x="311715" y="440134"/>
                    <a:pt x="241625" y="495515"/>
                    <a:pt x="155858" y="445672"/>
                  </a:cubicBezTo>
                  <a:cubicBezTo>
                    <a:pt x="70090" y="395829"/>
                    <a:pt x="0" y="260146"/>
                    <a:pt x="0" y="142000"/>
                  </a:cubicBezTo>
                  <a:cubicBezTo>
                    <a:pt x="0" y="23854"/>
                    <a:pt x="70090" y="-31527"/>
                    <a:pt x="155858" y="18316"/>
                  </a:cubicBezTo>
                  <a:cubicBezTo>
                    <a:pt x="241625" y="68159"/>
                    <a:pt x="311715" y="203842"/>
                    <a:pt x="311715" y="321988"/>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 name="Google Shape;122;p12"/>
            <p:cNvSpPr/>
            <p:nvPr/>
          </p:nvSpPr>
          <p:spPr>
            <a:xfrm>
              <a:off x="2664956" y="4439601"/>
              <a:ext cx="154567" cy="375852"/>
            </a:xfrm>
            <a:custGeom>
              <a:rect b="b" l="l" r="r" t="t"/>
              <a:pathLst>
                <a:path extrusionOk="0" h="3758516" w="1545665">
                  <a:moveTo>
                    <a:pt x="0" y="0"/>
                  </a:moveTo>
                  <a:lnTo>
                    <a:pt x="1545665" y="892555"/>
                  </a:lnTo>
                  <a:lnTo>
                    <a:pt x="1545665" y="3758516"/>
                  </a:lnTo>
                  <a:lnTo>
                    <a:pt x="0" y="2865961"/>
                  </a:lnTo>
                  <a:lnTo>
                    <a:pt x="0"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 name="Google Shape;123;p12"/>
            <p:cNvSpPr/>
            <p:nvPr/>
          </p:nvSpPr>
          <p:spPr>
            <a:xfrm>
              <a:off x="2680128" y="4609239"/>
              <a:ext cx="124133" cy="84271"/>
            </a:xfrm>
            <a:custGeom>
              <a:rect b="b" l="l" r="r" t="t"/>
              <a:pathLst>
                <a:path extrusionOk="0" h="842712" w="1241327">
                  <a:moveTo>
                    <a:pt x="0" y="0"/>
                  </a:moveTo>
                  <a:lnTo>
                    <a:pt x="1241328" y="717182"/>
                  </a:lnTo>
                  <a:lnTo>
                    <a:pt x="1241328" y="842712"/>
                  </a:lnTo>
                  <a:lnTo>
                    <a:pt x="0" y="12553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 name="Google Shape;124;p12"/>
            <p:cNvSpPr/>
            <p:nvPr/>
          </p:nvSpPr>
          <p:spPr>
            <a:xfrm>
              <a:off x="2688771" y="4638693"/>
              <a:ext cx="106703" cy="74210"/>
            </a:xfrm>
            <a:custGeom>
              <a:rect b="b" l="l" r="r" t="t"/>
              <a:pathLst>
                <a:path extrusionOk="0" h="742103" w="1067025">
                  <a:moveTo>
                    <a:pt x="0" y="0"/>
                  </a:moveTo>
                  <a:lnTo>
                    <a:pt x="1067026" y="616574"/>
                  </a:lnTo>
                  <a:lnTo>
                    <a:pt x="1067026" y="742104"/>
                  </a:lnTo>
                  <a:lnTo>
                    <a:pt x="0" y="12553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 name="Google Shape;125;p12"/>
            <p:cNvSpPr/>
            <p:nvPr/>
          </p:nvSpPr>
          <p:spPr>
            <a:xfrm>
              <a:off x="2626520" y="4627832"/>
              <a:ext cx="107533" cy="94147"/>
            </a:xfrm>
            <a:custGeom>
              <a:rect b="b" l="l" r="r" t="t"/>
              <a:pathLst>
                <a:path extrusionOk="0" h="941475" w="1075325">
                  <a:moveTo>
                    <a:pt x="1075325" y="621189"/>
                  </a:moveTo>
                  <a:lnTo>
                    <a:pt x="0" y="0"/>
                  </a:lnTo>
                  <a:lnTo>
                    <a:pt x="0" y="320286"/>
                  </a:lnTo>
                  <a:lnTo>
                    <a:pt x="1075325" y="941475"/>
                  </a:lnTo>
                  <a:lnTo>
                    <a:pt x="1075325" y="621189"/>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 name="Google Shape;126;p12"/>
            <p:cNvSpPr/>
            <p:nvPr/>
          </p:nvSpPr>
          <p:spPr>
            <a:xfrm>
              <a:off x="2723897" y="4514395"/>
              <a:ext cx="35783" cy="54442"/>
            </a:xfrm>
            <a:custGeom>
              <a:rect b="b" l="l" r="r" t="t"/>
              <a:pathLst>
                <a:path extrusionOk="0" h="544420" w="357826">
                  <a:moveTo>
                    <a:pt x="357827" y="376972"/>
                  </a:moveTo>
                  <a:cubicBezTo>
                    <a:pt x="357827" y="515425"/>
                    <a:pt x="277592" y="580959"/>
                    <a:pt x="178913" y="523732"/>
                  </a:cubicBezTo>
                  <a:cubicBezTo>
                    <a:pt x="80234" y="466505"/>
                    <a:pt x="0" y="306823"/>
                    <a:pt x="0" y="167448"/>
                  </a:cubicBezTo>
                  <a:cubicBezTo>
                    <a:pt x="0" y="28996"/>
                    <a:pt x="80234" y="-36538"/>
                    <a:pt x="178913" y="20689"/>
                  </a:cubicBezTo>
                  <a:cubicBezTo>
                    <a:pt x="277592" y="78839"/>
                    <a:pt x="357827" y="238520"/>
                    <a:pt x="357827" y="376972"/>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 name="Google Shape;127;p12"/>
            <p:cNvSpPr/>
            <p:nvPr/>
          </p:nvSpPr>
          <p:spPr>
            <a:xfrm>
              <a:off x="2710345" y="4574041"/>
              <a:ext cx="62967" cy="64421"/>
            </a:xfrm>
            <a:custGeom>
              <a:rect b="b" l="l" r="r" t="t"/>
              <a:pathLst>
                <a:path extrusionOk="0" h="644208" w="629667">
                  <a:moveTo>
                    <a:pt x="314834" y="37292"/>
                  </a:moveTo>
                  <a:cubicBezTo>
                    <a:pt x="155287" y="-55932"/>
                    <a:pt x="23408" y="31754"/>
                    <a:pt x="352" y="232048"/>
                  </a:cubicBezTo>
                  <a:cubicBezTo>
                    <a:pt x="-3337" y="267123"/>
                    <a:pt x="22485" y="313273"/>
                    <a:pt x="54763" y="331734"/>
                  </a:cubicBezTo>
                  <a:lnTo>
                    <a:pt x="574904" y="636329"/>
                  </a:lnTo>
                  <a:cubicBezTo>
                    <a:pt x="607182" y="654789"/>
                    <a:pt x="633005" y="640021"/>
                    <a:pt x="629316" y="600331"/>
                  </a:cubicBezTo>
                  <a:cubicBezTo>
                    <a:pt x="606260" y="371424"/>
                    <a:pt x="474380" y="130517"/>
                    <a:pt x="314834" y="37292"/>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 name="Google Shape;128;p12"/>
            <p:cNvSpPr/>
            <p:nvPr/>
          </p:nvSpPr>
          <p:spPr>
            <a:xfrm>
              <a:off x="2539810" y="4380233"/>
              <a:ext cx="72764" cy="123961"/>
            </a:xfrm>
            <a:custGeom>
              <a:rect b="b" l="l" r="r" t="t"/>
              <a:pathLst>
                <a:path extrusionOk="0" h="1239608" w="727642">
                  <a:moveTo>
                    <a:pt x="394716" y="360899"/>
                  </a:moveTo>
                  <a:lnTo>
                    <a:pt x="0" y="132914"/>
                  </a:lnTo>
                  <a:lnTo>
                    <a:pt x="0" y="0"/>
                  </a:lnTo>
                  <a:lnTo>
                    <a:pt x="394716" y="227984"/>
                  </a:lnTo>
                  <a:cubicBezTo>
                    <a:pt x="426995" y="246445"/>
                    <a:pt x="474029" y="284288"/>
                    <a:pt x="513685" y="342439"/>
                  </a:cubicBezTo>
                  <a:cubicBezTo>
                    <a:pt x="557030" y="404280"/>
                    <a:pt x="587463" y="482737"/>
                    <a:pt x="587463" y="567654"/>
                  </a:cubicBezTo>
                  <a:cubicBezTo>
                    <a:pt x="587463" y="661801"/>
                    <a:pt x="563485" y="715337"/>
                    <a:pt x="518296" y="730105"/>
                  </a:cubicBezTo>
                  <a:cubicBezTo>
                    <a:pt x="475873" y="743950"/>
                    <a:pt x="425150" y="719952"/>
                    <a:pt x="394716" y="702414"/>
                  </a:cubicBezTo>
                  <a:lnTo>
                    <a:pt x="232403" y="608267"/>
                  </a:lnTo>
                  <a:lnTo>
                    <a:pt x="231481" y="607344"/>
                  </a:lnTo>
                  <a:cubicBezTo>
                    <a:pt x="217647" y="599037"/>
                    <a:pt x="195514" y="590730"/>
                    <a:pt x="177991" y="596268"/>
                  </a:cubicBezTo>
                  <a:cubicBezTo>
                    <a:pt x="163235" y="600883"/>
                    <a:pt x="147558" y="614728"/>
                    <a:pt x="147558" y="667340"/>
                  </a:cubicBezTo>
                  <a:cubicBezTo>
                    <a:pt x="147558" y="719952"/>
                    <a:pt x="164158" y="751334"/>
                    <a:pt x="177069" y="770717"/>
                  </a:cubicBezTo>
                  <a:cubicBezTo>
                    <a:pt x="193669" y="794716"/>
                    <a:pt x="215803" y="811330"/>
                    <a:pt x="229636" y="818714"/>
                  </a:cubicBezTo>
                  <a:lnTo>
                    <a:pt x="231481" y="819637"/>
                  </a:lnTo>
                  <a:lnTo>
                    <a:pt x="727643" y="1106695"/>
                  </a:lnTo>
                  <a:lnTo>
                    <a:pt x="727643" y="1239609"/>
                  </a:lnTo>
                  <a:lnTo>
                    <a:pt x="235170" y="954397"/>
                  </a:lnTo>
                  <a:cubicBezTo>
                    <a:pt x="201047" y="936860"/>
                    <a:pt x="152169" y="899016"/>
                    <a:pt x="109746" y="839944"/>
                  </a:cubicBezTo>
                  <a:cubicBezTo>
                    <a:pt x="63634" y="774409"/>
                    <a:pt x="32278" y="692261"/>
                    <a:pt x="32278" y="600883"/>
                  </a:cubicBezTo>
                  <a:cubicBezTo>
                    <a:pt x="32278" y="509504"/>
                    <a:pt x="63634" y="463353"/>
                    <a:pt x="108824" y="450431"/>
                  </a:cubicBezTo>
                  <a:cubicBezTo>
                    <a:pt x="151246" y="438432"/>
                    <a:pt x="200125" y="455969"/>
                    <a:pt x="234248" y="476276"/>
                  </a:cubicBezTo>
                  <a:lnTo>
                    <a:pt x="394716" y="569500"/>
                  </a:lnTo>
                  <a:cubicBezTo>
                    <a:pt x="417772" y="583345"/>
                    <a:pt x="435295" y="588883"/>
                    <a:pt x="447284" y="585191"/>
                  </a:cubicBezTo>
                  <a:cubicBezTo>
                    <a:pt x="456506" y="582422"/>
                    <a:pt x="473106" y="569500"/>
                    <a:pt x="473106" y="502120"/>
                  </a:cubicBezTo>
                  <a:cubicBezTo>
                    <a:pt x="473106" y="457815"/>
                    <a:pt x="459273" y="429202"/>
                    <a:pt x="445439" y="410742"/>
                  </a:cubicBezTo>
                  <a:cubicBezTo>
                    <a:pt x="428839" y="385820"/>
                    <a:pt x="407628" y="368283"/>
                    <a:pt x="394716" y="360899"/>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 name="Google Shape;129;p12"/>
            <p:cNvSpPr/>
            <p:nvPr/>
          </p:nvSpPr>
          <p:spPr>
            <a:xfrm>
              <a:off x="2515902" y="4358317"/>
              <a:ext cx="31172" cy="46816"/>
            </a:xfrm>
            <a:custGeom>
              <a:rect b="b" l="l" r="r" t="t"/>
              <a:pathLst>
                <a:path extrusionOk="0" h="468158" w="311715">
                  <a:moveTo>
                    <a:pt x="311715" y="324073"/>
                  </a:moveTo>
                  <a:cubicBezTo>
                    <a:pt x="311715" y="443142"/>
                    <a:pt x="241625" y="499446"/>
                    <a:pt x="155858" y="450526"/>
                  </a:cubicBezTo>
                  <a:cubicBezTo>
                    <a:pt x="70090" y="400684"/>
                    <a:pt x="0" y="264077"/>
                    <a:pt x="0" y="144085"/>
                  </a:cubicBezTo>
                  <a:cubicBezTo>
                    <a:pt x="0" y="25017"/>
                    <a:pt x="70090" y="-31287"/>
                    <a:pt x="155858" y="17632"/>
                  </a:cubicBezTo>
                  <a:cubicBezTo>
                    <a:pt x="241625" y="67475"/>
                    <a:pt x="311715" y="205004"/>
                    <a:pt x="311715" y="324073"/>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 name="Google Shape;130;p12"/>
            <p:cNvSpPr/>
            <p:nvPr/>
          </p:nvSpPr>
          <p:spPr>
            <a:xfrm>
              <a:off x="2601417" y="4476134"/>
              <a:ext cx="31172" cy="46816"/>
            </a:xfrm>
            <a:custGeom>
              <a:rect b="b" l="l" r="r" t="t"/>
              <a:pathLst>
                <a:path extrusionOk="0" h="468158" w="311715">
                  <a:moveTo>
                    <a:pt x="311715" y="324073"/>
                  </a:moveTo>
                  <a:cubicBezTo>
                    <a:pt x="311715" y="443142"/>
                    <a:pt x="241625" y="499446"/>
                    <a:pt x="155858" y="450526"/>
                  </a:cubicBezTo>
                  <a:cubicBezTo>
                    <a:pt x="70090" y="400684"/>
                    <a:pt x="0" y="264077"/>
                    <a:pt x="0" y="144085"/>
                  </a:cubicBezTo>
                  <a:cubicBezTo>
                    <a:pt x="0" y="25016"/>
                    <a:pt x="70090" y="-31288"/>
                    <a:pt x="155858" y="17632"/>
                  </a:cubicBezTo>
                  <a:cubicBezTo>
                    <a:pt x="241625" y="67475"/>
                    <a:pt x="311715" y="205004"/>
                    <a:pt x="311715" y="324073"/>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31" name="Google Shape;131;p12"/>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Questão de Negócio:</a:t>
            </a:r>
            <a:endParaRPr/>
          </a:p>
        </p:txBody>
      </p:sp>
      <p:sp>
        <p:nvSpPr>
          <p:cNvPr id="132" name="Google Shape;132;p12"/>
          <p:cNvSpPr txBox="1"/>
          <p:nvPr>
            <p:ph idx="1" type="body"/>
          </p:nvPr>
        </p:nvSpPr>
        <p:spPr>
          <a:xfrm>
            <a:off x="855275" y="1353950"/>
            <a:ext cx="2966400" cy="2094900"/>
          </a:xfrm>
          <a:prstGeom prst="rect">
            <a:avLst/>
          </a:prstGeom>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sz="1200"/>
              <a:t>O Walmart está buscando realizar um levantamento do faturamento de suas lojas nos Estados Unidos e identificar qual delas seria a melhor opção para expandir. Para isso, contratou uma consultoria estratégica especializada nesse tipo de trabalho.</a:t>
            </a:r>
            <a:endParaRPr/>
          </a:p>
        </p:txBody>
      </p:sp>
      <p:sp>
        <p:nvSpPr>
          <p:cNvPr id="133" name="Google Shape;133;p12"/>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3"/>
          <p:cNvSpPr txBox="1"/>
          <p:nvPr>
            <p:ph type="ctrTitle"/>
          </p:nvPr>
        </p:nvSpPr>
        <p:spPr>
          <a:xfrm>
            <a:off x="855300" y="1899050"/>
            <a:ext cx="5110800" cy="1248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 Entendimento do Negócio:</a:t>
            </a:r>
            <a:endParaRPr/>
          </a:p>
        </p:txBody>
      </p:sp>
      <p:grpSp>
        <p:nvGrpSpPr>
          <p:cNvPr id="139" name="Google Shape;139;p13"/>
          <p:cNvGrpSpPr/>
          <p:nvPr/>
        </p:nvGrpSpPr>
        <p:grpSpPr>
          <a:xfrm>
            <a:off x="5094161" y="902076"/>
            <a:ext cx="3637105" cy="3242908"/>
            <a:chOff x="855298" y="2421399"/>
            <a:chExt cx="767176" cy="684028"/>
          </a:xfrm>
        </p:grpSpPr>
        <p:sp>
          <p:nvSpPr>
            <p:cNvPr id="140" name="Google Shape;140;p13"/>
            <p:cNvSpPr/>
            <p:nvPr/>
          </p:nvSpPr>
          <p:spPr>
            <a:xfrm>
              <a:off x="1212548" y="2426660"/>
              <a:ext cx="361763" cy="544547"/>
            </a:xfrm>
            <a:custGeom>
              <a:rect b="b" l="l" r="r" t="t"/>
              <a:pathLst>
                <a:path extrusionOk="0" h="5445470" w="3617625">
                  <a:moveTo>
                    <a:pt x="0" y="0"/>
                  </a:moveTo>
                  <a:lnTo>
                    <a:pt x="3617625" y="5445470"/>
                  </a:lnTo>
                  <a:lnTo>
                    <a:pt x="909" y="3357146"/>
                  </a:lnTo>
                  <a:lnTo>
                    <a:pt x="0"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 name="Google Shape;141;p13"/>
            <p:cNvSpPr/>
            <p:nvPr/>
          </p:nvSpPr>
          <p:spPr>
            <a:xfrm>
              <a:off x="1171554" y="2423768"/>
              <a:ext cx="390451" cy="586039"/>
            </a:xfrm>
            <a:custGeom>
              <a:rect b="b" l="l" r="r" t="t"/>
              <a:pathLst>
                <a:path extrusionOk="0" h="5860389" w="3904510">
                  <a:moveTo>
                    <a:pt x="3865046" y="5854663"/>
                  </a:moveTo>
                  <a:cubicBezTo>
                    <a:pt x="3902341" y="5876492"/>
                    <a:pt x="3918715" y="5831924"/>
                    <a:pt x="3889606" y="5788266"/>
                  </a:cubicBezTo>
                  <a:lnTo>
                    <a:pt x="63675" y="29910"/>
                  </a:lnTo>
                  <a:cubicBezTo>
                    <a:pt x="38205" y="-9200"/>
                    <a:pt x="0" y="-10110"/>
                    <a:pt x="0" y="28091"/>
                  </a:cubicBezTo>
                  <a:lnTo>
                    <a:pt x="910" y="3577152"/>
                  </a:lnTo>
                  <a:cubicBezTo>
                    <a:pt x="910" y="3602619"/>
                    <a:pt x="18193" y="3632634"/>
                    <a:pt x="40024" y="3645368"/>
                  </a:cubicBezTo>
                  <a:lnTo>
                    <a:pt x="3865046" y="5854663"/>
                  </a:lnTo>
                  <a:close/>
                  <a:moveTo>
                    <a:pt x="566704" y="1668918"/>
                  </a:moveTo>
                  <a:cubicBezTo>
                    <a:pt x="566704" y="1630717"/>
                    <a:pt x="604908" y="1631626"/>
                    <a:pt x="630378" y="1670737"/>
                  </a:cubicBezTo>
                  <a:lnTo>
                    <a:pt x="2307748" y="4192007"/>
                  </a:lnTo>
                  <a:cubicBezTo>
                    <a:pt x="2336857" y="4235666"/>
                    <a:pt x="2320483" y="4280234"/>
                    <a:pt x="2283188" y="4258404"/>
                  </a:cubicBezTo>
                  <a:lnTo>
                    <a:pt x="606728" y="3289735"/>
                  </a:lnTo>
                  <a:cubicBezTo>
                    <a:pt x="584896" y="3277001"/>
                    <a:pt x="567613" y="3246986"/>
                    <a:pt x="567613" y="3221518"/>
                  </a:cubicBezTo>
                  <a:lnTo>
                    <a:pt x="566704" y="1668918"/>
                  </a:ln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 name="Google Shape;142;p13"/>
            <p:cNvSpPr/>
            <p:nvPr/>
          </p:nvSpPr>
          <p:spPr>
            <a:xfrm>
              <a:off x="1351766" y="2438542"/>
              <a:ext cx="270708" cy="297422"/>
            </a:xfrm>
            <a:custGeom>
              <a:rect b="b" l="l" r="r" t="t"/>
              <a:pathLst>
                <a:path extrusionOk="0" h="2974225" w="2707078">
                  <a:moveTo>
                    <a:pt x="0" y="0"/>
                  </a:moveTo>
                  <a:lnTo>
                    <a:pt x="2707079" y="1563515"/>
                  </a:lnTo>
                  <a:lnTo>
                    <a:pt x="2707079" y="2974226"/>
                  </a:lnTo>
                  <a:lnTo>
                    <a:pt x="239234" y="1548053"/>
                  </a:lnTo>
                  <a:lnTo>
                    <a:pt x="909" y="1626274"/>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 name="Google Shape;143;p13"/>
            <p:cNvSpPr/>
            <p:nvPr/>
          </p:nvSpPr>
          <p:spPr>
            <a:xfrm>
              <a:off x="1375891" y="2485721"/>
              <a:ext cx="30746" cy="45722"/>
            </a:xfrm>
            <a:custGeom>
              <a:rect b="b" l="l" r="r" t="t"/>
              <a:pathLst>
                <a:path extrusionOk="0" h="457219" w="307457">
                  <a:moveTo>
                    <a:pt x="307457" y="317291"/>
                  </a:moveTo>
                  <a:cubicBezTo>
                    <a:pt x="307457" y="433713"/>
                    <a:pt x="238325" y="488286"/>
                    <a:pt x="153729" y="439170"/>
                  </a:cubicBezTo>
                  <a:cubicBezTo>
                    <a:pt x="69133" y="390055"/>
                    <a:pt x="0" y="256351"/>
                    <a:pt x="0" y="139929"/>
                  </a:cubicBezTo>
                  <a:cubicBezTo>
                    <a:pt x="0" y="23506"/>
                    <a:pt x="69133" y="-31067"/>
                    <a:pt x="153729" y="18049"/>
                  </a:cubicBezTo>
                  <a:cubicBezTo>
                    <a:pt x="239234" y="67165"/>
                    <a:pt x="307457" y="200868"/>
                    <a:pt x="307457" y="31729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 name="Google Shape;144;p13"/>
            <p:cNvSpPr/>
            <p:nvPr/>
          </p:nvSpPr>
          <p:spPr>
            <a:xfrm>
              <a:off x="1421149" y="2512826"/>
              <a:ext cx="59308" cy="46660"/>
            </a:xfrm>
            <a:custGeom>
              <a:rect b="b" l="l" r="r" t="t"/>
              <a:pathLst>
                <a:path extrusionOk="0" h="466598" w="593083">
                  <a:moveTo>
                    <a:pt x="0" y="0"/>
                  </a:moveTo>
                  <a:lnTo>
                    <a:pt x="593083" y="342900"/>
                  </a:lnTo>
                  <a:lnTo>
                    <a:pt x="593083" y="466599"/>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 name="Google Shape;145;p13"/>
            <p:cNvSpPr/>
            <p:nvPr/>
          </p:nvSpPr>
          <p:spPr>
            <a:xfrm>
              <a:off x="1421149" y="2537588"/>
              <a:ext cx="177106" cy="114694"/>
            </a:xfrm>
            <a:custGeom>
              <a:rect b="b" l="l" r="r" t="t"/>
              <a:pathLst>
                <a:path extrusionOk="0" h="1146941" w="1771062">
                  <a:moveTo>
                    <a:pt x="0" y="0"/>
                  </a:moveTo>
                  <a:lnTo>
                    <a:pt x="1771063" y="1023243"/>
                  </a:lnTo>
                  <a:lnTo>
                    <a:pt x="1771063" y="1146941"/>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 name="Google Shape;146;p13"/>
            <p:cNvSpPr/>
            <p:nvPr/>
          </p:nvSpPr>
          <p:spPr>
            <a:xfrm>
              <a:off x="1421149" y="2562349"/>
              <a:ext cx="138538" cy="92410"/>
            </a:xfrm>
            <a:custGeom>
              <a:rect b="b" l="l" r="r" t="t"/>
              <a:pathLst>
                <a:path extrusionOk="0" h="924101" w="1385376">
                  <a:moveTo>
                    <a:pt x="0" y="0"/>
                  </a:moveTo>
                  <a:lnTo>
                    <a:pt x="1385377" y="800403"/>
                  </a:lnTo>
                  <a:lnTo>
                    <a:pt x="1385377" y="924102"/>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 name="Google Shape;147;p13"/>
            <p:cNvSpPr/>
            <p:nvPr/>
          </p:nvSpPr>
          <p:spPr>
            <a:xfrm>
              <a:off x="855298" y="2629287"/>
              <a:ext cx="270708" cy="318979"/>
            </a:xfrm>
            <a:custGeom>
              <a:rect b="b" l="l" r="r" t="t"/>
              <a:pathLst>
                <a:path extrusionOk="0" h="3189788" w="2707078">
                  <a:moveTo>
                    <a:pt x="2706169" y="1563515"/>
                  </a:moveTo>
                  <a:lnTo>
                    <a:pt x="0" y="0"/>
                  </a:lnTo>
                  <a:lnTo>
                    <a:pt x="0" y="1410711"/>
                  </a:lnTo>
                  <a:lnTo>
                    <a:pt x="2467844" y="2835974"/>
                  </a:lnTo>
                  <a:lnTo>
                    <a:pt x="2707079" y="3189789"/>
                  </a:lnTo>
                  <a:lnTo>
                    <a:pt x="2706169" y="1563515"/>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 name="Google Shape;148;p13"/>
            <p:cNvSpPr/>
            <p:nvPr/>
          </p:nvSpPr>
          <p:spPr>
            <a:xfrm>
              <a:off x="1070338" y="2786719"/>
              <a:ext cx="30746" cy="45671"/>
            </a:xfrm>
            <a:custGeom>
              <a:rect b="b" l="l" r="r" t="t"/>
              <a:pathLst>
                <a:path extrusionOk="0" h="456710" w="307457">
                  <a:moveTo>
                    <a:pt x="0" y="139419"/>
                  </a:moveTo>
                  <a:cubicBezTo>
                    <a:pt x="0" y="255842"/>
                    <a:pt x="69132" y="389545"/>
                    <a:pt x="153729" y="438661"/>
                  </a:cubicBezTo>
                  <a:cubicBezTo>
                    <a:pt x="238325" y="487777"/>
                    <a:pt x="307457" y="433204"/>
                    <a:pt x="307457" y="316781"/>
                  </a:cubicBezTo>
                  <a:cubicBezTo>
                    <a:pt x="307457" y="200359"/>
                    <a:pt x="238325" y="66655"/>
                    <a:pt x="153729" y="17540"/>
                  </a:cubicBezTo>
                  <a:cubicBezTo>
                    <a:pt x="69132" y="-30666"/>
                    <a:pt x="0" y="23907"/>
                    <a:pt x="0" y="139419"/>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 name="Google Shape;149;p13"/>
            <p:cNvSpPr/>
            <p:nvPr/>
          </p:nvSpPr>
          <p:spPr>
            <a:xfrm>
              <a:off x="996602" y="2745203"/>
              <a:ext cx="59308" cy="46660"/>
            </a:xfrm>
            <a:custGeom>
              <a:rect b="b" l="l" r="r" t="t"/>
              <a:pathLst>
                <a:path extrusionOk="0" h="466598" w="593083">
                  <a:moveTo>
                    <a:pt x="593083" y="342900"/>
                  </a:moveTo>
                  <a:lnTo>
                    <a:pt x="0" y="0"/>
                  </a:lnTo>
                  <a:lnTo>
                    <a:pt x="0" y="123699"/>
                  </a:lnTo>
                  <a:lnTo>
                    <a:pt x="593083" y="466599"/>
                  </a:lnTo>
                  <a:lnTo>
                    <a:pt x="593083" y="34290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 name="Google Shape;150;p13"/>
            <p:cNvSpPr/>
            <p:nvPr/>
          </p:nvSpPr>
          <p:spPr>
            <a:xfrm>
              <a:off x="879151" y="2702030"/>
              <a:ext cx="177197" cy="114694"/>
            </a:xfrm>
            <a:custGeom>
              <a:rect b="b" l="l" r="r" t="t"/>
              <a:pathLst>
                <a:path extrusionOk="0" h="1146941" w="1771972">
                  <a:moveTo>
                    <a:pt x="1771972" y="1023243"/>
                  </a:moveTo>
                  <a:lnTo>
                    <a:pt x="0" y="0"/>
                  </a:lnTo>
                  <a:lnTo>
                    <a:pt x="0" y="123698"/>
                  </a:lnTo>
                  <a:lnTo>
                    <a:pt x="1771063" y="1146941"/>
                  </a:lnTo>
                  <a:lnTo>
                    <a:pt x="1771972" y="1023243"/>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 name="Google Shape;151;p13"/>
            <p:cNvSpPr/>
            <p:nvPr/>
          </p:nvSpPr>
          <p:spPr>
            <a:xfrm>
              <a:off x="917697" y="2749013"/>
              <a:ext cx="138538" cy="92410"/>
            </a:xfrm>
            <a:custGeom>
              <a:rect b="b" l="l" r="r" t="t"/>
              <a:pathLst>
                <a:path extrusionOk="0" h="924101" w="1385376">
                  <a:moveTo>
                    <a:pt x="1385377" y="800403"/>
                  </a:moveTo>
                  <a:lnTo>
                    <a:pt x="0" y="0"/>
                  </a:lnTo>
                  <a:lnTo>
                    <a:pt x="0" y="123699"/>
                  </a:lnTo>
                  <a:lnTo>
                    <a:pt x="1385377" y="924102"/>
                  </a:lnTo>
                  <a:lnTo>
                    <a:pt x="1385377" y="800403"/>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 name="Google Shape;152;p13"/>
            <p:cNvSpPr/>
            <p:nvPr/>
          </p:nvSpPr>
          <p:spPr>
            <a:xfrm>
              <a:off x="1029162" y="2421399"/>
              <a:ext cx="113159" cy="310247"/>
            </a:xfrm>
            <a:custGeom>
              <a:rect b="b" l="l" r="r" t="t"/>
              <a:pathLst>
                <a:path extrusionOk="0" h="3102471" w="1131587">
                  <a:moveTo>
                    <a:pt x="0" y="0"/>
                  </a:moveTo>
                  <a:lnTo>
                    <a:pt x="1130678" y="653056"/>
                  </a:lnTo>
                  <a:lnTo>
                    <a:pt x="1131588" y="3102472"/>
                  </a:lnTo>
                  <a:lnTo>
                    <a:pt x="0" y="2449416"/>
                  </a:lnTo>
                  <a:lnTo>
                    <a:pt x="0"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 name="Google Shape;153;p13"/>
            <p:cNvSpPr/>
            <p:nvPr/>
          </p:nvSpPr>
          <p:spPr>
            <a:xfrm>
              <a:off x="993881" y="2488428"/>
              <a:ext cx="88962" cy="80768"/>
            </a:xfrm>
            <a:custGeom>
              <a:rect b="b" l="l" r="r" t="t"/>
              <a:pathLst>
                <a:path extrusionOk="0" h="807679" w="889624">
                  <a:moveTo>
                    <a:pt x="0" y="0"/>
                  </a:moveTo>
                  <a:lnTo>
                    <a:pt x="889625" y="513895"/>
                  </a:lnTo>
                  <a:lnTo>
                    <a:pt x="889625" y="807680"/>
                  </a:lnTo>
                  <a:lnTo>
                    <a:pt x="0" y="293784"/>
                  </a:lnTo>
                  <a:lnTo>
                    <a:pt x="0" y="0"/>
                  </a:ln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 name="Google Shape;154;p13"/>
            <p:cNvSpPr/>
            <p:nvPr/>
          </p:nvSpPr>
          <p:spPr>
            <a:xfrm>
              <a:off x="1029162" y="2629378"/>
              <a:ext cx="113068" cy="101597"/>
            </a:xfrm>
            <a:custGeom>
              <a:rect b="b" l="l" r="r" t="t"/>
              <a:pathLst>
                <a:path extrusionOk="0" h="1015966" w="1130678">
                  <a:moveTo>
                    <a:pt x="0" y="0"/>
                  </a:moveTo>
                  <a:lnTo>
                    <a:pt x="1130678" y="653056"/>
                  </a:lnTo>
                  <a:lnTo>
                    <a:pt x="1130678" y="1015966"/>
                  </a:lnTo>
                  <a:lnTo>
                    <a:pt x="0" y="362910"/>
                  </a:lnTo>
                  <a:lnTo>
                    <a:pt x="0"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 name="Google Shape;155;p13"/>
            <p:cNvSpPr/>
            <p:nvPr/>
          </p:nvSpPr>
          <p:spPr>
            <a:xfrm>
              <a:off x="1043038" y="2465752"/>
              <a:ext cx="46391" cy="39111"/>
            </a:xfrm>
            <a:custGeom>
              <a:rect b="b" l="l" r="r" t="t"/>
              <a:pathLst>
                <a:path extrusionOk="0" h="391106" w="463914">
                  <a:moveTo>
                    <a:pt x="0" y="0"/>
                  </a:moveTo>
                  <a:lnTo>
                    <a:pt x="463915" y="267407"/>
                  </a:lnTo>
                  <a:lnTo>
                    <a:pt x="463915" y="391106"/>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 name="Google Shape;156;p13"/>
            <p:cNvSpPr/>
            <p:nvPr/>
          </p:nvSpPr>
          <p:spPr>
            <a:xfrm>
              <a:off x="1043129" y="2490514"/>
              <a:ext cx="82049" cy="59757"/>
            </a:xfrm>
            <a:custGeom>
              <a:rect b="b" l="l" r="r" t="t"/>
              <a:pathLst>
                <a:path extrusionOk="0" h="597573" w="820492">
                  <a:moveTo>
                    <a:pt x="0" y="0"/>
                  </a:moveTo>
                  <a:lnTo>
                    <a:pt x="820492" y="473875"/>
                  </a:lnTo>
                  <a:lnTo>
                    <a:pt x="820492" y="597574"/>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 name="Google Shape;157;p13"/>
            <p:cNvSpPr/>
            <p:nvPr/>
          </p:nvSpPr>
          <p:spPr>
            <a:xfrm>
              <a:off x="1043129" y="2597904"/>
              <a:ext cx="48120" cy="40202"/>
            </a:xfrm>
            <a:custGeom>
              <a:rect b="b" l="l" r="r" t="t"/>
              <a:pathLst>
                <a:path extrusionOk="0" h="402020" w="481197">
                  <a:moveTo>
                    <a:pt x="481198" y="278322"/>
                  </a:moveTo>
                  <a:lnTo>
                    <a:pt x="481198" y="402021"/>
                  </a:lnTo>
                  <a:lnTo>
                    <a:pt x="0" y="123699"/>
                  </a:lnTo>
                  <a:lnTo>
                    <a:pt x="0" y="0"/>
                  </a:lnTo>
                  <a:lnTo>
                    <a:pt x="481198" y="278322"/>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 name="Google Shape;158;p13"/>
            <p:cNvSpPr/>
            <p:nvPr/>
          </p:nvSpPr>
          <p:spPr>
            <a:xfrm>
              <a:off x="1154594" y="2795180"/>
              <a:ext cx="113159" cy="310247"/>
            </a:xfrm>
            <a:custGeom>
              <a:rect b="b" l="l" r="r" t="t"/>
              <a:pathLst>
                <a:path extrusionOk="0" h="3102471" w="1131588">
                  <a:moveTo>
                    <a:pt x="1130679" y="653056"/>
                  </a:moveTo>
                  <a:lnTo>
                    <a:pt x="0" y="0"/>
                  </a:lnTo>
                  <a:lnTo>
                    <a:pt x="910" y="2449416"/>
                  </a:lnTo>
                  <a:lnTo>
                    <a:pt x="1131588" y="3102472"/>
                  </a:lnTo>
                  <a:lnTo>
                    <a:pt x="1130679" y="653056"/>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 name="Google Shape;159;p13"/>
            <p:cNvSpPr/>
            <p:nvPr/>
          </p:nvSpPr>
          <p:spPr>
            <a:xfrm>
              <a:off x="1213909" y="2916811"/>
              <a:ext cx="88962" cy="80768"/>
            </a:xfrm>
            <a:custGeom>
              <a:rect b="b" l="l" r="r" t="t"/>
              <a:pathLst>
                <a:path extrusionOk="0" h="807679" w="889624">
                  <a:moveTo>
                    <a:pt x="889625" y="513895"/>
                  </a:moveTo>
                  <a:lnTo>
                    <a:pt x="0" y="0"/>
                  </a:lnTo>
                  <a:lnTo>
                    <a:pt x="0" y="293784"/>
                  </a:lnTo>
                  <a:lnTo>
                    <a:pt x="889625" y="807679"/>
                  </a:lnTo>
                  <a:lnTo>
                    <a:pt x="889625" y="513895"/>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 name="Google Shape;160;p13"/>
            <p:cNvSpPr/>
            <p:nvPr/>
          </p:nvSpPr>
          <p:spPr>
            <a:xfrm>
              <a:off x="1154685" y="3003159"/>
              <a:ext cx="113068" cy="101597"/>
            </a:xfrm>
            <a:custGeom>
              <a:rect b="b" l="l" r="r" t="t"/>
              <a:pathLst>
                <a:path extrusionOk="0" h="1015966" w="1130678">
                  <a:moveTo>
                    <a:pt x="1130679" y="653056"/>
                  </a:moveTo>
                  <a:lnTo>
                    <a:pt x="0" y="0"/>
                  </a:lnTo>
                  <a:lnTo>
                    <a:pt x="0" y="362910"/>
                  </a:lnTo>
                  <a:lnTo>
                    <a:pt x="1130679" y="1015966"/>
                  </a:lnTo>
                  <a:lnTo>
                    <a:pt x="1130679" y="653056"/>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 name="Google Shape;161;p13"/>
            <p:cNvSpPr/>
            <p:nvPr/>
          </p:nvSpPr>
          <p:spPr>
            <a:xfrm>
              <a:off x="1171645" y="2841347"/>
              <a:ext cx="46391" cy="39111"/>
            </a:xfrm>
            <a:custGeom>
              <a:rect b="b" l="l" r="r" t="t"/>
              <a:pathLst>
                <a:path extrusionOk="0" h="391106" w="463914">
                  <a:moveTo>
                    <a:pt x="0" y="0"/>
                  </a:moveTo>
                  <a:lnTo>
                    <a:pt x="463915" y="267408"/>
                  </a:lnTo>
                  <a:lnTo>
                    <a:pt x="463915" y="391106"/>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 name="Google Shape;162;p13"/>
            <p:cNvSpPr/>
            <p:nvPr/>
          </p:nvSpPr>
          <p:spPr>
            <a:xfrm>
              <a:off x="1171645" y="2866109"/>
              <a:ext cx="82049" cy="59757"/>
            </a:xfrm>
            <a:custGeom>
              <a:rect b="b" l="l" r="r" t="t"/>
              <a:pathLst>
                <a:path extrusionOk="0" h="597573" w="820492">
                  <a:moveTo>
                    <a:pt x="0" y="0"/>
                  </a:moveTo>
                  <a:lnTo>
                    <a:pt x="820492" y="473875"/>
                  </a:lnTo>
                  <a:lnTo>
                    <a:pt x="820492" y="597574"/>
                  </a:lnTo>
                  <a:lnTo>
                    <a:pt x="0" y="123699"/>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 name="Google Shape;163;p13"/>
            <p:cNvSpPr/>
            <p:nvPr/>
          </p:nvSpPr>
          <p:spPr>
            <a:xfrm>
              <a:off x="1205474" y="2993091"/>
              <a:ext cx="48120" cy="40202"/>
            </a:xfrm>
            <a:custGeom>
              <a:rect b="b" l="l" r="r" t="t"/>
              <a:pathLst>
                <a:path extrusionOk="0" h="402020" w="481197">
                  <a:moveTo>
                    <a:pt x="0" y="0"/>
                  </a:moveTo>
                  <a:lnTo>
                    <a:pt x="0" y="123699"/>
                  </a:lnTo>
                  <a:lnTo>
                    <a:pt x="481198" y="402021"/>
                  </a:lnTo>
                  <a:lnTo>
                    <a:pt x="481198" y="27832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 name="Google Shape;164;p13"/>
            <p:cNvSpPr/>
            <p:nvPr/>
          </p:nvSpPr>
          <p:spPr>
            <a:xfrm>
              <a:off x="1459513" y="2703561"/>
              <a:ext cx="76046" cy="103649"/>
            </a:xfrm>
            <a:custGeom>
              <a:rect b="b" l="l" r="r" t="t"/>
              <a:pathLst>
                <a:path extrusionOk="0" h="1036493" w="760456">
                  <a:moveTo>
                    <a:pt x="380228" y="13751"/>
                  </a:moveTo>
                  <a:cubicBezTo>
                    <a:pt x="434806" y="44675"/>
                    <a:pt x="478469" y="121078"/>
                    <a:pt x="478469" y="183836"/>
                  </a:cubicBezTo>
                  <a:lnTo>
                    <a:pt x="478469" y="461249"/>
                  </a:lnTo>
                  <a:lnTo>
                    <a:pt x="662215" y="566757"/>
                  </a:lnTo>
                  <a:cubicBezTo>
                    <a:pt x="716794" y="597681"/>
                    <a:pt x="760456" y="674083"/>
                    <a:pt x="760456" y="736842"/>
                  </a:cubicBezTo>
                  <a:cubicBezTo>
                    <a:pt x="760456" y="799601"/>
                    <a:pt x="716794" y="825069"/>
                    <a:pt x="662215" y="794144"/>
                  </a:cubicBezTo>
                  <a:lnTo>
                    <a:pt x="478469" y="688636"/>
                  </a:lnTo>
                  <a:lnTo>
                    <a:pt x="478469" y="966049"/>
                  </a:lnTo>
                  <a:cubicBezTo>
                    <a:pt x="478469" y="1028807"/>
                    <a:pt x="434806" y="1054275"/>
                    <a:pt x="380228" y="1023350"/>
                  </a:cubicBezTo>
                  <a:cubicBezTo>
                    <a:pt x="325650" y="992426"/>
                    <a:pt x="281987" y="916023"/>
                    <a:pt x="281987" y="853265"/>
                  </a:cubicBezTo>
                  <a:lnTo>
                    <a:pt x="281987" y="575852"/>
                  </a:lnTo>
                  <a:lnTo>
                    <a:pt x="98241" y="469435"/>
                  </a:lnTo>
                  <a:cubicBezTo>
                    <a:pt x="43662" y="438510"/>
                    <a:pt x="0" y="362108"/>
                    <a:pt x="0" y="298440"/>
                  </a:cubicBezTo>
                  <a:cubicBezTo>
                    <a:pt x="0" y="235681"/>
                    <a:pt x="43662" y="210213"/>
                    <a:pt x="98241" y="241138"/>
                  </a:cubicBezTo>
                  <a:lnTo>
                    <a:pt x="281987" y="346646"/>
                  </a:lnTo>
                  <a:lnTo>
                    <a:pt x="281987" y="69233"/>
                  </a:lnTo>
                  <a:cubicBezTo>
                    <a:pt x="281987" y="7384"/>
                    <a:pt x="325650" y="-18084"/>
                    <a:pt x="380228" y="13751"/>
                  </a:cubicBez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OBSERVAÇÕES:</a:t>
            </a:r>
            <a:endParaRPr/>
          </a:p>
        </p:txBody>
      </p:sp>
      <p:sp>
        <p:nvSpPr>
          <p:cNvPr id="170" name="Google Shape;170;p14"/>
          <p:cNvSpPr txBox="1"/>
          <p:nvPr>
            <p:ph idx="2" type="body"/>
          </p:nvPr>
        </p:nvSpPr>
        <p:spPr>
          <a:xfrm>
            <a:off x="4815599" y="1353950"/>
            <a:ext cx="3473100" cy="209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Segundo, com exceção dos dados cuja fonte é o próprio Walmart, como Store, Date, Weekly_Sales e Holiday_Flag, todos os outros dados não são confiáveis, pois não há como verificar nenhum deles. Estamos falando do Walmart, uma empresa multinacional. Como posso tomar uma decisão com base em variáveis como Temperature, fuel_Price, CPI e Unemployment, se não sei onde cada uma das lojas está localizada?</a:t>
            </a:r>
            <a:endParaRPr sz="1200"/>
          </a:p>
          <a:p>
            <a:pPr indent="0" lvl="0" marL="0" rtl="0" algn="l">
              <a:spcBef>
                <a:spcPts val="800"/>
              </a:spcBef>
              <a:spcAft>
                <a:spcPts val="800"/>
              </a:spcAft>
              <a:buClr>
                <a:schemeClr val="dk1"/>
              </a:buClr>
              <a:buSzPts val="1100"/>
              <a:buFont typeface="Arial"/>
              <a:buNone/>
            </a:pPr>
            <a:r>
              <a:t/>
            </a:r>
            <a:endParaRPr b="1" sz="1200"/>
          </a:p>
        </p:txBody>
      </p:sp>
      <p:sp>
        <p:nvSpPr>
          <p:cNvPr id="171" name="Google Shape;171;p14"/>
          <p:cNvSpPr txBox="1"/>
          <p:nvPr>
            <p:ph idx="1" type="body"/>
          </p:nvPr>
        </p:nvSpPr>
        <p:spPr>
          <a:xfrm>
            <a:off x="855275" y="1353950"/>
            <a:ext cx="3473100" cy="2844300"/>
          </a:xfrm>
          <a:prstGeom prst="rect">
            <a:avLst/>
          </a:prstGeom>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b="1" lang="en" sz="1200"/>
              <a:t>Primeiro, nosso objetivo é definir qual é a melhor loja para expandir o seu tamanho com base no seu desempenho nos últimos 3 anos. Tendo isso em mente, é preciso obter mais informações além do faturamento nos últimos anos para definir se a loja em questão deve ou não ser expandida. Por exemplo, é importante considerar o lucro, o custo operacional da loja, a quantidade de funcionários, a localização, a taxa de desemprego na região e a legislação da área. Por exemplo, na Califórnia, uma lei transformou pequenos delitos avaliados em até </a:t>
            </a:r>
            <a:r>
              <a:rPr b="1" lang="en" sz="1200"/>
              <a:t>US $950</a:t>
            </a:r>
            <a:r>
              <a:rPr b="1" lang="en" sz="1200"/>
              <a:t> em contravenção, o que significa que há uma penalidade, mas os criminosos não são presos.</a:t>
            </a:r>
            <a:endParaRPr/>
          </a:p>
        </p:txBody>
      </p:sp>
      <p:sp>
        <p:nvSpPr>
          <p:cNvPr id="172" name="Google Shape;172;p14"/>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OBSERVAÇÕES:</a:t>
            </a:r>
            <a:endParaRPr/>
          </a:p>
        </p:txBody>
      </p:sp>
      <p:sp>
        <p:nvSpPr>
          <p:cNvPr id="178" name="Google Shape;178;p15"/>
          <p:cNvSpPr txBox="1"/>
          <p:nvPr>
            <p:ph idx="2" type="body"/>
          </p:nvPr>
        </p:nvSpPr>
        <p:spPr>
          <a:xfrm>
            <a:off x="4815599" y="1353950"/>
            <a:ext cx="3473100" cy="209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50">
                <a:solidFill>
                  <a:srgbClr val="F8F8F2"/>
                </a:solidFill>
                <a:latin typeface="Arial"/>
                <a:ea typeface="Arial"/>
                <a:cs typeface="Arial"/>
                <a:sym typeface="Arial"/>
              </a:rPr>
              <a:t>Como pode ver, há várias variáveis que influenciam na nossa tomada de decisão. Portanto, antes de determinarmos qual é a melhor loja para investir, precisamos responder a todas as perguntas anteriores ou, pelo menos, à maioria delas.</a:t>
            </a:r>
            <a:endParaRPr sz="1200"/>
          </a:p>
          <a:p>
            <a:pPr indent="0" lvl="0" marL="0" rtl="0" algn="l">
              <a:spcBef>
                <a:spcPts val="800"/>
              </a:spcBef>
              <a:spcAft>
                <a:spcPts val="800"/>
              </a:spcAft>
              <a:buClr>
                <a:schemeClr val="dk1"/>
              </a:buClr>
              <a:buSzPts val="1100"/>
              <a:buFont typeface="Arial"/>
              <a:buNone/>
            </a:pPr>
            <a:r>
              <a:t/>
            </a:r>
            <a:endParaRPr b="1" sz="1200"/>
          </a:p>
        </p:txBody>
      </p:sp>
      <p:sp>
        <p:nvSpPr>
          <p:cNvPr id="179" name="Google Shape;179;p15"/>
          <p:cNvSpPr txBox="1"/>
          <p:nvPr>
            <p:ph idx="1" type="body"/>
          </p:nvPr>
        </p:nvSpPr>
        <p:spPr>
          <a:xfrm>
            <a:off x="855275" y="1353950"/>
            <a:ext cx="3473100" cy="2094900"/>
          </a:xfrm>
          <a:prstGeom prst="rect">
            <a:avLst/>
          </a:prstGeom>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lang="en" sz="1050">
                <a:solidFill>
                  <a:srgbClr val="F8F8F2"/>
                </a:solidFill>
                <a:latin typeface="Arial"/>
                <a:ea typeface="Arial"/>
                <a:cs typeface="Arial"/>
                <a:sym typeface="Arial"/>
              </a:rPr>
              <a:t>Terceiro, partindo do pressuposto de que as seguintes informações (Temperature, fuel_Price, CPI e Unemployment) são verdadeiras, não encontrei nenhuma correlação positiva ou negativa que afete as vendas semanais.</a:t>
            </a:r>
            <a:endParaRPr/>
          </a:p>
        </p:txBody>
      </p:sp>
      <p:sp>
        <p:nvSpPr>
          <p:cNvPr id="180" name="Google Shape;180;p15"/>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METRICAS:</a:t>
            </a:r>
            <a:endParaRPr/>
          </a:p>
        </p:txBody>
      </p:sp>
      <p:sp>
        <p:nvSpPr>
          <p:cNvPr id="186" name="Google Shape;186;p16"/>
          <p:cNvSpPr txBox="1"/>
          <p:nvPr>
            <p:ph idx="1" type="body"/>
          </p:nvPr>
        </p:nvSpPr>
        <p:spPr>
          <a:xfrm>
            <a:off x="855300" y="1582550"/>
            <a:ext cx="6763800" cy="3033900"/>
          </a:xfrm>
          <a:prstGeom prst="rect">
            <a:avLst/>
          </a:prstGeom>
        </p:spPr>
        <p:txBody>
          <a:bodyPr anchorCtr="0" anchor="t" bIns="0" lIns="0" spcFirstLastPara="1" rIns="0" wrap="square" tIns="0">
            <a:noAutofit/>
          </a:bodyPr>
          <a:lstStyle/>
          <a:p>
            <a:pPr indent="-336550" lvl="0" marL="457200" rtl="0" algn="l">
              <a:spcBef>
                <a:spcPts val="0"/>
              </a:spcBef>
              <a:spcAft>
                <a:spcPts val="0"/>
              </a:spcAft>
              <a:buSzPts val="1700"/>
              <a:buChar char="╸"/>
            </a:pPr>
            <a:r>
              <a:rPr lang="en" sz="1700"/>
              <a:t>Faturamento anual.</a:t>
            </a:r>
            <a:endParaRPr sz="1700"/>
          </a:p>
          <a:p>
            <a:pPr indent="-336550" lvl="0" marL="457200" rtl="0" algn="l">
              <a:lnSpc>
                <a:spcPct val="115000"/>
              </a:lnSpc>
              <a:spcBef>
                <a:spcPts val="800"/>
              </a:spcBef>
              <a:spcAft>
                <a:spcPts val="0"/>
              </a:spcAft>
              <a:buSzPts val="1700"/>
              <a:buChar char="╸"/>
            </a:pPr>
            <a:r>
              <a:rPr lang="en" sz="1700"/>
              <a:t>Faturamento total.</a:t>
            </a:r>
            <a:endParaRPr sz="1700"/>
          </a:p>
          <a:p>
            <a:pPr indent="-336550" lvl="0" marL="457200" rtl="0" algn="l">
              <a:lnSpc>
                <a:spcPct val="115000"/>
              </a:lnSpc>
              <a:spcBef>
                <a:spcPts val="0"/>
              </a:spcBef>
              <a:spcAft>
                <a:spcPts val="0"/>
              </a:spcAft>
              <a:buSzPts val="1700"/>
              <a:buChar char="╸"/>
            </a:pPr>
            <a:r>
              <a:rPr lang="en" sz="1700"/>
              <a:t>Vendas durante os feriados (Super Bowl, o Dia do Trabalho, o Dia de Ação de Graças e o Natal).</a:t>
            </a:r>
            <a:endParaRPr sz="1700"/>
          </a:p>
          <a:p>
            <a:pPr indent="-336550" lvl="0" marL="457200" rtl="0" algn="l">
              <a:lnSpc>
                <a:spcPct val="115000"/>
              </a:lnSpc>
              <a:spcBef>
                <a:spcPts val="0"/>
              </a:spcBef>
              <a:spcAft>
                <a:spcPts val="0"/>
              </a:spcAft>
              <a:buSzPts val="1700"/>
              <a:buChar char="╸"/>
            </a:pPr>
            <a:r>
              <a:rPr lang="en" sz="1700"/>
              <a:t>Média de vendas semanais.</a:t>
            </a:r>
            <a:endParaRPr sz="1700"/>
          </a:p>
          <a:p>
            <a:pPr indent="-336550" lvl="0" marL="457200" rtl="0" algn="l">
              <a:lnSpc>
                <a:spcPct val="115000"/>
              </a:lnSpc>
              <a:spcBef>
                <a:spcPts val="0"/>
              </a:spcBef>
              <a:spcAft>
                <a:spcPts val="0"/>
              </a:spcAft>
              <a:buSzPts val="1700"/>
              <a:buChar char="╸"/>
            </a:pPr>
            <a:r>
              <a:rPr lang="en" sz="1700"/>
              <a:t>Crescimento do faturamento ano a ano.</a:t>
            </a:r>
            <a:endParaRPr sz="1700"/>
          </a:p>
        </p:txBody>
      </p:sp>
      <p:sp>
        <p:nvSpPr>
          <p:cNvPr id="187" name="Google Shape;187;p16"/>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ctrTitle"/>
          </p:nvPr>
        </p:nvSpPr>
        <p:spPr>
          <a:xfrm>
            <a:off x="855300" y="1534047"/>
            <a:ext cx="51108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Coleta de Dados:</a:t>
            </a:r>
            <a:endParaRPr/>
          </a:p>
        </p:txBody>
      </p:sp>
      <p:sp>
        <p:nvSpPr>
          <p:cNvPr id="193" name="Google Shape;193;p17"/>
          <p:cNvSpPr txBox="1"/>
          <p:nvPr>
            <p:ph idx="1" type="subTitle"/>
          </p:nvPr>
        </p:nvSpPr>
        <p:spPr>
          <a:xfrm>
            <a:off x="855300" y="2714548"/>
            <a:ext cx="5110800" cy="8523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Coleta e avaliação dos dados</a:t>
            </a:r>
            <a:endParaRPr/>
          </a:p>
        </p:txBody>
      </p:sp>
      <p:grpSp>
        <p:nvGrpSpPr>
          <p:cNvPr id="194" name="Google Shape;194;p17"/>
          <p:cNvGrpSpPr/>
          <p:nvPr/>
        </p:nvGrpSpPr>
        <p:grpSpPr>
          <a:xfrm>
            <a:off x="5411628" y="1176893"/>
            <a:ext cx="3108926" cy="2789697"/>
            <a:chOff x="6928587" y="2421571"/>
            <a:chExt cx="761805" cy="683582"/>
          </a:xfrm>
        </p:grpSpPr>
        <p:sp>
          <p:nvSpPr>
            <p:cNvPr id="195" name="Google Shape;195;p17"/>
            <p:cNvSpPr/>
            <p:nvPr/>
          </p:nvSpPr>
          <p:spPr>
            <a:xfrm>
              <a:off x="7283789" y="2493529"/>
              <a:ext cx="406603" cy="430281"/>
            </a:xfrm>
            <a:custGeom>
              <a:rect b="b" l="l" r="r" t="t"/>
              <a:pathLst>
                <a:path extrusionOk="0" h="4302812" w="4066033">
                  <a:moveTo>
                    <a:pt x="3440299" y="2164555"/>
                  </a:moveTo>
                  <a:cubicBezTo>
                    <a:pt x="3440299" y="2201737"/>
                    <a:pt x="3439473" y="2238919"/>
                    <a:pt x="3436993" y="2273622"/>
                  </a:cubicBezTo>
                  <a:cubicBezTo>
                    <a:pt x="3792430" y="2543811"/>
                    <a:pt x="4066034" y="3123023"/>
                    <a:pt x="4066034" y="3632828"/>
                  </a:cubicBezTo>
                  <a:cubicBezTo>
                    <a:pt x="4066034" y="4188078"/>
                    <a:pt x="3741181" y="4450004"/>
                    <a:pt x="3340281" y="4218650"/>
                  </a:cubicBezTo>
                  <a:cubicBezTo>
                    <a:pt x="3339454" y="4217824"/>
                    <a:pt x="3338628" y="4217824"/>
                    <a:pt x="3337801" y="4216998"/>
                  </a:cubicBezTo>
                  <a:lnTo>
                    <a:pt x="819158" y="2765250"/>
                  </a:lnTo>
                  <a:cubicBezTo>
                    <a:pt x="818332" y="2764424"/>
                    <a:pt x="817505" y="2764424"/>
                    <a:pt x="815852" y="2763597"/>
                  </a:cubicBezTo>
                  <a:cubicBezTo>
                    <a:pt x="365356" y="2503324"/>
                    <a:pt x="0" y="1786952"/>
                    <a:pt x="0" y="1163122"/>
                  </a:cubicBezTo>
                  <a:cubicBezTo>
                    <a:pt x="0" y="578952"/>
                    <a:pt x="320720" y="282323"/>
                    <a:pt x="731539" y="461623"/>
                  </a:cubicBezTo>
                  <a:cubicBezTo>
                    <a:pt x="781961" y="60884"/>
                    <a:pt x="1050606" y="-111805"/>
                    <a:pt x="1374632" y="75757"/>
                  </a:cubicBezTo>
                  <a:cubicBezTo>
                    <a:pt x="1530032" y="165820"/>
                    <a:pt x="1673034" y="323636"/>
                    <a:pt x="1784624" y="513677"/>
                  </a:cubicBezTo>
                  <a:cubicBezTo>
                    <a:pt x="1946637" y="273234"/>
                    <a:pt x="2222721" y="212091"/>
                    <a:pt x="2535175" y="392216"/>
                  </a:cubicBezTo>
                  <a:cubicBezTo>
                    <a:pt x="3035267" y="679757"/>
                    <a:pt x="3440299" y="1473797"/>
                    <a:pt x="3440299" y="2164555"/>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6" name="Google Shape;196;p17"/>
            <p:cNvSpPr/>
            <p:nvPr/>
          </p:nvSpPr>
          <p:spPr>
            <a:xfrm>
              <a:off x="7242581" y="2533079"/>
              <a:ext cx="406603" cy="430281"/>
            </a:xfrm>
            <a:custGeom>
              <a:rect b="b" l="l" r="r" t="t"/>
              <a:pathLst>
                <a:path extrusionOk="0" h="4302812" w="4066033">
                  <a:moveTo>
                    <a:pt x="3440299" y="2164555"/>
                  </a:moveTo>
                  <a:cubicBezTo>
                    <a:pt x="3440299" y="2201737"/>
                    <a:pt x="3439473" y="2238919"/>
                    <a:pt x="3436993" y="2273622"/>
                  </a:cubicBezTo>
                  <a:cubicBezTo>
                    <a:pt x="3792430" y="2543811"/>
                    <a:pt x="4066034" y="3123023"/>
                    <a:pt x="4066034" y="3632828"/>
                  </a:cubicBezTo>
                  <a:cubicBezTo>
                    <a:pt x="4066034" y="4188078"/>
                    <a:pt x="3741181" y="4450004"/>
                    <a:pt x="3340281" y="4218650"/>
                  </a:cubicBezTo>
                  <a:cubicBezTo>
                    <a:pt x="3339454" y="4217824"/>
                    <a:pt x="3338628" y="4217824"/>
                    <a:pt x="3337801" y="4216998"/>
                  </a:cubicBezTo>
                  <a:lnTo>
                    <a:pt x="819158" y="2765250"/>
                  </a:lnTo>
                  <a:cubicBezTo>
                    <a:pt x="818332" y="2764424"/>
                    <a:pt x="817505" y="2764424"/>
                    <a:pt x="815852" y="2763597"/>
                  </a:cubicBezTo>
                  <a:cubicBezTo>
                    <a:pt x="365356" y="2503324"/>
                    <a:pt x="0" y="1786952"/>
                    <a:pt x="0" y="1163122"/>
                  </a:cubicBezTo>
                  <a:cubicBezTo>
                    <a:pt x="0" y="578952"/>
                    <a:pt x="320720" y="282323"/>
                    <a:pt x="731539" y="461623"/>
                  </a:cubicBezTo>
                  <a:cubicBezTo>
                    <a:pt x="781961" y="60884"/>
                    <a:pt x="1050606" y="-111805"/>
                    <a:pt x="1374632" y="75757"/>
                  </a:cubicBezTo>
                  <a:cubicBezTo>
                    <a:pt x="1530032" y="165820"/>
                    <a:pt x="1673034" y="323636"/>
                    <a:pt x="1784624" y="513677"/>
                  </a:cubicBezTo>
                  <a:cubicBezTo>
                    <a:pt x="1946637" y="273234"/>
                    <a:pt x="2222721" y="212091"/>
                    <a:pt x="2535175" y="392216"/>
                  </a:cubicBezTo>
                  <a:cubicBezTo>
                    <a:pt x="3035267" y="679757"/>
                    <a:pt x="3440299" y="1473797"/>
                    <a:pt x="3440299" y="2164555"/>
                  </a:cubicBez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7" name="Google Shape;197;p17"/>
            <p:cNvSpPr/>
            <p:nvPr/>
          </p:nvSpPr>
          <p:spPr>
            <a:xfrm>
              <a:off x="7073805" y="2784444"/>
              <a:ext cx="70591" cy="120304"/>
            </a:xfrm>
            <a:custGeom>
              <a:rect b="b" l="l" r="r" t="t"/>
              <a:pathLst>
                <a:path extrusionOk="0" h="1203041" w="705914">
                  <a:moveTo>
                    <a:pt x="383541" y="351163"/>
                  </a:moveTo>
                  <a:lnTo>
                    <a:pt x="0" y="129723"/>
                  </a:lnTo>
                  <a:lnTo>
                    <a:pt x="0" y="0"/>
                  </a:lnTo>
                  <a:lnTo>
                    <a:pt x="383541" y="221439"/>
                  </a:lnTo>
                  <a:cubicBezTo>
                    <a:pt x="414952" y="239617"/>
                    <a:pt x="460415" y="275972"/>
                    <a:pt x="499265" y="332158"/>
                  </a:cubicBezTo>
                  <a:cubicBezTo>
                    <a:pt x="541421" y="392476"/>
                    <a:pt x="571179" y="468492"/>
                    <a:pt x="571179" y="551119"/>
                  </a:cubicBezTo>
                  <a:cubicBezTo>
                    <a:pt x="571179" y="642008"/>
                    <a:pt x="548034" y="694062"/>
                    <a:pt x="503398" y="708936"/>
                  </a:cubicBezTo>
                  <a:cubicBezTo>
                    <a:pt x="462068" y="722982"/>
                    <a:pt x="413299" y="699020"/>
                    <a:pt x="382715" y="681668"/>
                  </a:cubicBezTo>
                  <a:lnTo>
                    <a:pt x="224835" y="590779"/>
                  </a:lnTo>
                  <a:lnTo>
                    <a:pt x="224008" y="589953"/>
                  </a:lnTo>
                  <a:cubicBezTo>
                    <a:pt x="210782" y="581691"/>
                    <a:pt x="189291" y="574254"/>
                    <a:pt x="171932" y="579212"/>
                  </a:cubicBezTo>
                  <a:cubicBezTo>
                    <a:pt x="157880" y="583343"/>
                    <a:pt x="142175" y="597390"/>
                    <a:pt x="142175" y="647792"/>
                  </a:cubicBezTo>
                  <a:cubicBezTo>
                    <a:pt x="142175" y="698194"/>
                    <a:pt x="157880" y="729592"/>
                    <a:pt x="171106" y="747770"/>
                  </a:cubicBezTo>
                  <a:cubicBezTo>
                    <a:pt x="187638" y="770905"/>
                    <a:pt x="209129" y="787431"/>
                    <a:pt x="222355" y="794041"/>
                  </a:cubicBezTo>
                  <a:lnTo>
                    <a:pt x="224008" y="794867"/>
                  </a:lnTo>
                  <a:lnTo>
                    <a:pt x="705914" y="1073318"/>
                  </a:lnTo>
                  <a:lnTo>
                    <a:pt x="705914" y="1203042"/>
                  </a:lnTo>
                  <a:lnTo>
                    <a:pt x="226488" y="926243"/>
                  </a:lnTo>
                  <a:cubicBezTo>
                    <a:pt x="193424" y="908891"/>
                    <a:pt x="146308" y="872536"/>
                    <a:pt x="104978" y="814697"/>
                  </a:cubicBezTo>
                  <a:cubicBezTo>
                    <a:pt x="60342" y="751901"/>
                    <a:pt x="28931" y="671754"/>
                    <a:pt x="29758" y="582517"/>
                  </a:cubicBezTo>
                  <a:cubicBezTo>
                    <a:pt x="29758" y="494106"/>
                    <a:pt x="60342" y="448662"/>
                    <a:pt x="104978" y="436268"/>
                  </a:cubicBezTo>
                  <a:cubicBezTo>
                    <a:pt x="146308" y="424700"/>
                    <a:pt x="193424" y="441226"/>
                    <a:pt x="226488" y="461882"/>
                  </a:cubicBezTo>
                  <a:lnTo>
                    <a:pt x="382715" y="551945"/>
                  </a:lnTo>
                  <a:cubicBezTo>
                    <a:pt x="405033" y="565165"/>
                    <a:pt x="422391" y="570949"/>
                    <a:pt x="433137" y="566818"/>
                  </a:cubicBezTo>
                  <a:cubicBezTo>
                    <a:pt x="441403" y="564339"/>
                    <a:pt x="457935" y="551945"/>
                    <a:pt x="457935" y="485844"/>
                  </a:cubicBezTo>
                  <a:cubicBezTo>
                    <a:pt x="457935" y="443704"/>
                    <a:pt x="443883" y="415611"/>
                    <a:pt x="431484" y="396607"/>
                  </a:cubicBezTo>
                  <a:cubicBezTo>
                    <a:pt x="416605" y="375124"/>
                    <a:pt x="395940" y="358599"/>
                    <a:pt x="383541" y="351163"/>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 name="Google Shape;198;p17"/>
            <p:cNvSpPr/>
            <p:nvPr/>
          </p:nvSpPr>
          <p:spPr>
            <a:xfrm>
              <a:off x="7054189" y="2765237"/>
              <a:ext cx="27939" cy="41909"/>
            </a:xfrm>
            <a:custGeom>
              <a:rect b="b" l="l" r="r" t="t"/>
              <a:pathLst>
                <a:path extrusionOk="0" h="419086" w="279389">
                  <a:moveTo>
                    <a:pt x="279390" y="290104"/>
                  </a:moveTo>
                  <a:cubicBezTo>
                    <a:pt x="279390" y="396692"/>
                    <a:pt x="216569" y="447094"/>
                    <a:pt x="139695" y="403303"/>
                  </a:cubicBezTo>
                  <a:cubicBezTo>
                    <a:pt x="62821" y="358684"/>
                    <a:pt x="0" y="236397"/>
                    <a:pt x="0" y="128982"/>
                  </a:cubicBezTo>
                  <a:cubicBezTo>
                    <a:pt x="0" y="22394"/>
                    <a:pt x="62821" y="-28008"/>
                    <a:pt x="139695" y="15784"/>
                  </a:cubicBezTo>
                  <a:cubicBezTo>
                    <a:pt x="216569" y="60402"/>
                    <a:pt x="279390" y="183516"/>
                    <a:pt x="279390" y="290104"/>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9" name="Google Shape;199;p17"/>
            <p:cNvSpPr/>
            <p:nvPr/>
          </p:nvSpPr>
          <p:spPr>
            <a:xfrm>
              <a:off x="7135782" y="2879768"/>
              <a:ext cx="27939" cy="41909"/>
            </a:xfrm>
            <a:custGeom>
              <a:rect b="b" l="l" r="r" t="t"/>
              <a:pathLst>
                <a:path extrusionOk="0" h="419086" w="279389">
                  <a:moveTo>
                    <a:pt x="279390" y="290104"/>
                  </a:moveTo>
                  <a:cubicBezTo>
                    <a:pt x="279390" y="396692"/>
                    <a:pt x="216568" y="447095"/>
                    <a:pt x="139695" y="403302"/>
                  </a:cubicBezTo>
                  <a:cubicBezTo>
                    <a:pt x="62821" y="358684"/>
                    <a:pt x="0" y="236397"/>
                    <a:pt x="0" y="128983"/>
                  </a:cubicBezTo>
                  <a:cubicBezTo>
                    <a:pt x="0" y="22394"/>
                    <a:pt x="62821" y="-28008"/>
                    <a:pt x="139695" y="15784"/>
                  </a:cubicBezTo>
                  <a:cubicBezTo>
                    <a:pt x="216568" y="60402"/>
                    <a:pt x="279390" y="183516"/>
                    <a:pt x="279390" y="290104"/>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0" name="Google Shape;200;p17"/>
            <p:cNvSpPr/>
            <p:nvPr/>
          </p:nvSpPr>
          <p:spPr>
            <a:xfrm>
              <a:off x="7229406" y="2634977"/>
              <a:ext cx="247979" cy="274155"/>
            </a:xfrm>
            <a:custGeom>
              <a:rect b="b" l="l" r="r" t="t"/>
              <a:pathLst>
                <a:path extrusionOk="0" h="2741547" w="2479792">
                  <a:moveTo>
                    <a:pt x="826" y="0"/>
                  </a:moveTo>
                  <a:lnTo>
                    <a:pt x="2479793" y="1430265"/>
                  </a:lnTo>
                  <a:lnTo>
                    <a:pt x="2479793" y="2741547"/>
                  </a:lnTo>
                  <a:lnTo>
                    <a:pt x="0" y="1311283"/>
                  </a:lnTo>
                  <a:lnTo>
                    <a:pt x="826"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1" name="Google Shape;201;p17"/>
            <p:cNvSpPr/>
            <p:nvPr/>
          </p:nvSpPr>
          <p:spPr>
            <a:xfrm>
              <a:off x="7196440" y="2651457"/>
              <a:ext cx="247896" cy="274155"/>
            </a:xfrm>
            <a:custGeom>
              <a:rect b="b" l="l" r="r" t="t"/>
              <a:pathLst>
                <a:path extrusionOk="0" h="2741547" w="2478965">
                  <a:moveTo>
                    <a:pt x="0" y="0"/>
                  </a:moveTo>
                  <a:lnTo>
                    <a:pt x="2478966" y="1430265"/>
                  </a:lnTo>
                  <a:lnTo>
                    <a:pt x="2478966" y="2741547"/>
                  </a:lnTo>
                  <a:lnTo>
                    <a:pt x="0" y="1311283"/>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2" name="Google Shape;202;p17"/>
            <p:cNvSpPr/>
            <p:nvPr/>
          </p:nvSpPr>
          <p:spPr>
            <a:xfrm>
              <a:off x="7218610" y="2716645"/>
              <a:ext cx="27939" cy="41535"/>
            </a:xfrm>
            <a:custGeom>
              <a:rect b="b" l="l" r="r" t="t"/>
              <a:pathLst>
                <a:path extrusionOk="0" h="415353" w="279389">
                  <a:moveTo>
                    <a:pt x="0" y="127116"/>
                  </a:moveTo>
                  <a:cubicBezTo>
                    <a:pt x="0" y="232878"/>
                    <a:pt x="62821" y="354339"/>
                    <a:pt x="139695" y="398957"/>
                  </a:cubicBezTo>
                  <a:cubicBezTo>
                    <a:pt x="216568" y="443575"/>
                    <a:pt x="279390" y="394000"/>
                    <a:pt x="279390" y="288238"/>
                  </a:cubicBezTo>
                  <a:cubicBezTo>
                    <a:pt x="279390" y="182476"/>
                    <a:pt x="216568" y="61015"/>
                    <a:pt x="139695" y="16396"/>
                  </a:cubicBezTo>
                  <a:cubicBezTo>
                    <a:pt x="62821" y="-28222"/>
                    <a:pt x="0" y="21354"/>
                    <a:pt x="0" y="12711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3" name="Google Shape;203;p17"/>
            <p:cNvSpPr/>
            <p:nvPr/>
          </p:nvSpPr>
          <p:spPr>
            <a:xfrm>
              <a:off x="7253472" y="2743810"/>
              <a:ext cx="12977" cy="19278"/>
            </a:xfrm>
            <a:custGeom>
              <a:rect b="b" l="l" r="r" t="t"/>
              <a:pathLst>
                <a:path extrusionOk="0" h="192778" w="129775">
                  <a:moveTo>
                    <a:pt x="0" y="58794"/>
                  </a:moveTo>
                  <a:cubicBezTo>
                    <a:pt x="0" y="107544"/>
                    <a:pt x="28931" y="164556"/>
                    <a:pt x="65301" y="185213"/>
                  </a:cubicBezTo>
                  <a:cubicBezTo>
                    <a:pt x="100845" y="205869"/>
                    <a:pt x="129776" y="182734"/>
                    <a:pt x="129776" y="133984"/>
                  </a:cubicBezTo>
                  <a:cubicBezTo>
                    <a:pt x="129776" y="85235"/>
                    <a:pt x="100845" y="28222"/>
                    <a:pt x="64475" y="7566"/>
                  </a:cubicBezTo>
                  <a:cubicBezTo>
                    <a:pt x="28931" y="-13091"/>
                    <a:pt x="0" y="10044"/>
                    <a:pt x="0" y="58794"/>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4" name="Google Shape;204;p17"/>
            <p:cNvSpPr/>
            <p:nvPr/>
          </p:nvSpPr>
          <p:spPr>
            <a:xfrm>
              <a:off x="7273334" y="2755263"/>
              <a:ext cx="12977" cy="19278"/>
            </a:xfrm>
            <a:custGeom>
              <a:rect b="b" l="l" r="r" t="t"/>
              <a:pathLst>
                <a:path extrusionOk="0" h="192778" w="129775">
                  <a:moveTo>
                    <a:pt x="0" y="58794"/>
                  </a:moveTo>
                  <a:cubicBezTo>
                    <a:pt x="0" y="107544"/>
                    <a:pt x="28931" y="164556"/>
                    <a:pt x="65301" y="185213"/>
                  </a:cubicBezTo>
                  <a:cubicBezTo>
                    <a:pt x="100845" y="205869"/>
                    <a:pt x="129776" y="182734"/>
                    <a:pt x="129776" y="133984"/>
                  </a:cubicBezTo>
                  <a:cubicBezTo>
                    <a:pt x="129776" y="85235"/>
                    <a:pt x="100845" y="28222"/>
                    <a:pt x="64475" y="7566"/>
                  </a:cubicBezTo>
                  <a:cubicBezTo>
                    <a:pt x="28931" y="-13091"/>
                    <a:pt x="0" y="10044"/>
                    <a:pt x="0" y="58794"/>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5" name="Google Shape;205;p17"/>
            <p:cNvSpPr/>
            <p:nvPr/>
          </p:nvSpPr>
          <p:spPr>
            <a:xfrm>
              <a:off x="7371492" y="2777770"/>
              <a:ext cx="9754" cy="80230"/>
            </a:xfrm>
            <a:custGeom>
              <a:rect b="b" l="l" r="r" t="t"/>
              <a:pathLst>
                <a:path extrusionOk="0" h="802303" w="97538">
                  <a:moveTo>
                    <a:pt x="97539" y="56186"/>
                  </a:moveTo>
                  <a:lnTo>
                    <a:pt x="97539" y="802303"/>
                  </a:lnTo>
                  <a:lnTo>
                    <a:pt x="0" y="746117"/>
                  </a:lnTo>
                  <a:lnTo>
                    <a:pt x="0" y="0"/>
                  </a:lnTo>
                  <a:lnTo>
                    <a:pt x="97539" y="56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6" name="Google Shape;206;p17"/>
            <p:cNvSpPr/>
            <p:nvPr/>
          </p:nvSpPr>
          <p:spPr>
            <a:xfrm>
              <a:off x="7392755" y="2790130"/>
              <a:ext cx="9754" cy="80230"/>
            </a:xfrm>
            <a:custGeom>
              <a:rect b="b" l="l" r="r" t="t"/>
              <a:pathLst>
                <a:path extrusionOk="0" h="802303" w="97538">
                  <a:moveTo>
                    <a:pt x="97538" y="56186"/>
                  </a:moveTo>
                  <a:lnTo>
                    <a:pt x="97538" y="802303"/>
                  </a:lnTo>
                  <a:lnTo>
                    <a:pt x="0" y="746117"/>
                  </a:lnTo>
                  <a:lnTo>
                    <a:pt x="0" y="0"/>
                  </a:lnTo>
                  <a:lnTo>
                    <a:pt x="97538" y="56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7" name="Google Shape;207;p17"/>
            <p:cNvSpPr/>
            <p:nvPr/>
          </p:nvSpPr>
          <p:spPr>
            <a:xfrm>
              <a:off x="7414101" y="2802489"/>
              <a:ext cx="9754" cy="80230"/>
            </a:xfrm>
            <a:custGeom>
              <a:rect b="b" l="l" r="r" t="t"/>
              <a:pathLst>
                <a:path extrusionOk="0" h="802303" w="97538">
                  <a:moveTo>
                    <a:pt x="97538" y="56186"/>
                  </a:moveTo>
                  <a:lnTo>
                    <a:pt x="97538" y="802303"/>
                  </a:lnTo>
                  <a:lnTo>
                    <a:pt x="0" y="746117"/>
                  </a:lnTo>
                  <a:lnTo>
                    <a:pt x="0" y="0"/>
                  </a:lnTo>
                  <a:lnTo>
                    <a:pt x="97538" y="56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8" name="Google Shape;208;p17"/>
            <p:cNvSpPr/>
            <p:nvPr/>
          </p:nvSpPr>
          <p:spPr>
            <a:xfrm>
              <a:off x="7229406" y="2813695"/>
              <a:ext cx="247896" cy="274155"/>
            </a:xfrm>
            <a:custGeom>
              <a:rect b="b" l="l" r="r" t="t"/>
              <a:pathLst>
                <a:path extrusionOk="0" h="2741547" w="2478965">
                  <a:moveTo>
                    <a:pt x="0" y="0"/>
                  </a:moveTo>
                  <a:lnTo>
                    <a:pt x="2478966" y="1430265"/>
                  </a:lnTo>
                  <a:lnTo>
                    <a:pt x="2478966" y="2741548"/>
                  </a:lnTo>
                  <a:lnTo>
                    <a:pt x="0" y="1311283"/>
                  </a:lnTo>
                  <a:lnTo>
                    <a:pt x="0"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 name="Google Shape;209;p17"/>
            <p:cNvSpPr/>
            <p:nvPr/>
          </p:nvSpPr>
          <p:spPr>
            <a:xfrm>
              <a:off x="7196440" y="2830998"/>
              <a:ext cx="247896" cy="274155"/>
            </a:xfrm>
            <a:custGeom>
              <a:rect b="b" l="l" r="r" t="t"/>
              <a:pathLst>
                <a:path extrusionOk="0" h="2741547" w="2478965">
                  <a:moveTo>
                    <a:pt x="0" y="0"/>
                  </a:moveTo>
                  <a:lnTo>
                    <a:pt x="2478966" y="1430265"/>
                  </a:lnTo>
                  <a:lnTo>
                    <a:pt x="2478966" y="2741548"/>
                  </a:lnTo>
                  <a:lnTo>
                    <a:pt x="0" y="1311283"/>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0" name="Google Shape;210;p17"/>
            <p:cNvSpPr/>
            <p:nvPr/>
          </p:nvSpPr>
          <p:spPr>
            <a:xfrm>
              <a:off x="7218610" y="2896186"/>
              <a:ext cx="27939" cy="41535"/>
            </a:xfrm>
            <a:custGeom>
              <a:rect b="b" l="l" r="r" t="t"/>
              <a:pathLst>
                <a:path extrusionOk="0" h="415353" w="279389">
                  <a:moveTo>
                    <a:pt x="0" y="127116"/>
                  </a:moveTo>
                  <a:cubicBezTo>
                    <a:pt x="0" y="232878"/>
                    <a:pt x="62821" y="354339"/>
                    <a:pt x="139695" y="398957"/>
                  </a:cubicBezTo>
                  <a:cubicBezTo>
                    <a:pt x="216568" y="443576"/>
                    <a:pt x="279390" y="394000"/>
                    <a:pt x="279390" y="288237"/>
                  </a:cubicBezTo>
                  <a:cubicBezTo>
                    <a:pt x="279390" y="182475"/>
                    <a:pt x="216568" y="61014"/>
                    <a:pt x="139695" y="16396"/>
                  </a:cubicBezTo>
                  <a:cubicBezTo>
                    <a:pt x="62821" y="-28222"/>
                    <a:pt x="0" y="21354"/>
                    <a:pt x="0" y="12711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1" name="Google Shape;211;p17"/>
            <p:cNvSpPr/>
            <p:nvPr/>
          </p:nvSpPr>
          <p:spPr>
            <a:xfrm>
              <a:off x="7253472" y="2923422"/>
              <a:ext cx="12977" cy="19289"/>
            </a:xfrm>
            <a:custGeom>
              <a:rect b="b" l="l" r="r" t="t"/>
              <a:pathLst>
                <a:path extrusionOk="0" h="192894" w="129775">
                  <a:moveTo>
                    <a:pt x="0" y="58911"/>
                  </a:moveTo>
                  <a:cubicBezTo>
                    <a:pt x="0" y="107660"/>
                    <a:pt x="28931" y="164672"/>
                    <a:pt x="65301" y="185329"/>
                  </a:cubicBezTo>
                  <a:cubicBezTo>
                    <a:pt x="100845" y="205986"/>
                    <a:pt x="129776" y="182850"/>
                    <a:pt x="129776" y="134101"/>
                  </a:cubicBezTo>
                  <a:cubicBezTo>
                    <a:pt x="129776" y="85351"/>
                    <a:pt x="100845" y="28339"/>
                    <a:pt x="64475" y="7682"/>
                  </a:cubicBezTo>
                  <a:cubicBezTo>
                    <a:pt x="28931" y="-12974"/>
                    <a:pt x="0" y="9335"/>
                    <a:pt x="0" y="58911"/>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2" name="Google Shape;212;p17"/>
            <p:cNvSpPr/>
            <p:nvPr/>
          </p:nvSpPr>
          <p:spPr>
            <a:xfrm>
              <a:off x="7273252" y="2934840"/>
              <a:ext cx="12977" cy="19324"/>
            </a:xfrm>
            <a:custGeom>
              <a:rect b="b" l="l" r="r" t="t"/>
              <a:pathLst>
                <a:path extrusionOk="0" h="193244" w="129775">
                  <a:moveTo>
                    <a:pt x="0" y="59260"/>
                  </a:moveTo>
                  <a:cubicBezTo>
                    <a:pt x="0" y="108010"/>
                    <a:pt x="28931" y="165022"/>
                    <a:pt x="65301" y="185679"/>
                  </a:cubicBezTo>
                  <a:cubicBezTo>
                    <a:pt x="100845" y="206336"/>
                    <a:pt x="129776" y="183200"/>
                    <a:pt x="129776" y="134451"/>
                  </a:cubicBezTo>
                  <a:cubicBezTo>
                    <a:pt x="129776" y="85701"/>
                    <a:pt x="100845" y="28689"/>
                    <a:pt x="64475" y="8032"/>
                  </a:cubicBezTo>
                  <a:cubicBezTo>
                    <a:pt x="28931" y="-13451"/>
                    <a:pt x="0" y="9685"/>
                    <a:pt x="0" y="59260"/>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 name="Google Shape;213;p17"/>
            <p:cNvSpPr/>
            <p:nvPr/>
          </p:nvSpPr>
          <p:spPr>
            <a:xfrm>
              <a:off x="7371492" y="2959866"/>
              <a:ext cx="9754" cy="80230"/>
            </a:xfrm>
            <a:custGeom>
              <a:rect b="b" l="l" r="r" t="t"/>
              <a:pathLst>
                <a:path extrusionOk="0" h="802303" w="97538">
                  <a:moveTo>
                    <a:pt x="97539" y="56186"/>
                  </a:moveTo>
                  <a:lnTo>
                    <a:pt x="97539" y="802303"/>
                  </a:lnTo>
                  <a:lnTo>
                    <a:pt x="0" y="746117"/>
                  </a:lnTo>
                  <a:lnTo>
                    <a:pt x="0" y="0"/>
                  </a:lnTo>
                  <a:lnTo>
                    <a:pt x="97539" y="56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4" name="Google Shape;214;p17"/>
            <p:cNvSpPr/>
            <p:nvPr/>
          </p:nvSpPr>
          <p:spPr>
            <a:xfrm>
              <a:off x="7392755" y="2972225"/>
              <a:ext cx="9754" cy="80230"/>
            </a:xfrm>
            <a:custGeom>
              <a:rect b="b" l="l" r="r" t="t"/>
              <a:pathLst>
                <a:path extrusionOk="0" h="802303" w="97538">
                  <a:moveTo>
                    <a:pt x="97538" y="56186"/>
                  </a:moveTo>
                  <a:lnTo>
                    <a:pt x="97538" y="802303"/>
                  </a:lnTo>
                  <a:lnTo>
                    <a:pt x="0" y="746117"/>
                  </a:lnTo>
                  <a:lnTo>
                    <a:pt x="0" y="0"/>
                  </a:lnTo>
                  <a:lnTo>
                    <a:pt x="97538" y="56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5" name="Google Shape;215;p17"/>
            <p:cNvSpPr/>
            <p:nvPr/>
          </p:nvSpPr>
          <p:spPr>
            <a:xfrm>
              <a:off x="7414101" y="2984585"/>
              <a:ext cx="9754" cy="80230"/>
            </a:xfrm>
            <a:custGeom>
              <a:rect b="b" l="l" r="r" t="t"/>
              <a:pathLst>
                <a:path extrusionOk="0" h="802303" w="97538">
                  <a:moveTo>
                    <a:pt x="97538" y="56186"/>
                  </a:moveTo>
                  <a:lnTo>
                    <a:pt x="97538" y="802303"/>
                  </a:lnTo>
                  <a:lnTo>
                    <a:pt x="0" y="746117"/>
                  </a:lnTo>
                  <a:lnTo>
                    <a:pt x="0" y="0"/>
                  </a:lnTo>
                  <a:lnTo>
                    <a:pt x="97538" y="5618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 name="Google Shape;216;p17"/>
            <p:cNvSpPr/>
            <p:nvPr/>
          </p:nvSpPr>
          <p:spPr>
            <a:xfrm>
              <a:off x="6976965" y="2457743"/>
              <a:ext cx="154491" cy="375290"/>
            </a:xfrm>
            <a:custGeom>
              <a:rect b="b" l="l" r="r" t="t"/>
              <a:pathLst>
                <a:path extrusionOk="0" h="3752895" w="1544910">
                  <a:moveTo>
                    <a:pt x="0" y="0"/>
                  </a:moveTo>
                  <a:lnTo>
                    <a:pt x="1544911" y="891540"/>
                  </a:lnTo>
                  <a:lnTo>
                    <a:pt x="1544911" y="3752896"/>
                  </a:lnTo>
                  <a:lnTo>
                    <a:pt x="0" y="2860530"/>
                  </a:lnTo>
                  <a:lnTo>
                    <a:pt x="0"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7" name="Google Shape;217;p17"/>
            <p:cNvSpPr/>
            <p:nvPr/>
          </p:nvSpPr>
          <p:spPr>
            <a:xfrm>
              <a:off x="7035316" y="2522414"/>
              <a:ext cx="36866" cy="56040"/>
            </a:xfrm>
            <a:custGeom>
              <a:rect b="b" l="l" r="r" t="t"/>
              <a:pathLst>
                <a:path extrusionOk="0" h="560398" w="368662">
                  <a:moveTo>
                    <a:pt x="368663" y="387614"/>
                  </a:moveTo>
                  <a:cubicBezTo>
                    <a:pt x="368663" y="530558"/>
                    <a:pt x="286003" y="598311"/>
                    <a:pt x="184331" y="538820"/>
                  </a:cubicBezTo>
                  <a:cubicBezTo>
                    <a:pt x="82660" y="479329"/>
                    <a:pt x="0" y="315729"/>
                    <a:pt x="0" y="172785"/>
                  </a:cubicBezTo>
                  <a:cubicBezTo>
                    <a:pt x="0" y="29841"/>
                    <a:pt x="82660" y="-37913"/>
                    <a:pt x="184331" y="21578"/>
                  </a:cubicBezTo>
                  <a:cubicBezTo>
                    <a:pt x="286003" y="81069"/>
                    <a:pt x="368663" y="244670"/>
                    <a:pt x="368663" y="387614"/>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8" name="Google Shape;218;p17"/>
            <p:cNvSpPr/>
            <p:nvPr/>
          </p:nvSpPr>
          <p:spPr>
            <a:xfrm>
              <a:off x="7021346" y="2583776"/>
              <a:ext cx="64971" cy="66291"/>
            </a:xfrm>
            <a:custGeom>
              <a:rect b="b" l="l" r="r" t="t"/>
              <a:pathLst>
                <a:path extrusionOk="0" h="662906" w="649710">
                  <a:moveTo>
                    <a:pt x="324442" y="38345"/>
                  </a:moveTo>
                  <a:cubicBezTo>
                    <a:pt x="159949" y="-57502"/>
                    <a:pt x="24387" y="32561"/>
                    <a:pt x="415" y="239127"/>
                  </a:cubicBezTo>
                  <a:cubicBezTo>
                    <a:pt x="-3718" y="274657"/>
                    <a:pt x="23560" y="322580"/>
                    <a:pt x="56624" y="341584"/>
                  </a:cubicBezTo>
                  <a:lnTo>
                    <a:pt x="593086" y="654738"/>
                  </a:lnTo>
                  <a:cubicBezTo>
                    <a:pt x="626150" y="673743"/>
                    <a:pt x="653428" y="658870"/>
                    <a:pt x="649295" y="617556"/>
                  </a:cubicBezTo>
                  <a:cubicBezTo>
                    <a:pt x="624497" y="382071"/>
                    <a:pt x="488108" y="134192"/>
                    <a:pt x="324442" y="38345"/>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 name="Google Shape;219;p17"/>
            <p:cNvSpPr/>
            <p:nvPr/>
          </p:nvSpPr>
          <p:spPr>
            <a:xfrm>
              <a:off x="7007872" y="2642805"/>
              <a:ext cx="92083" cy="64366"/>
            </a:xfrm>
            <a:custGeom>
              <a:rect b="b" l="l" r="r" t="t"/>
              <a:pathLst>
                <a:path extrusionOk="0" h="643660" w="920829">
                  <a:moveTo>
                    <a:pt x="0" y="0"/>
                  </a:moveTo>
                  <a:lnTo>
                    <a:pt x="920830" y="531288"/>
                  </a:lnTo>
                  <a:lnTo>
                    <a:pt x="920830" y="643660"/>
                  </a:lnTo>
                  <a:lnTo>
                    <a:pt x="0" y="11237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0" name="Google Shape;220;p17"/>
            <p:cNvSpPr/>
            <p:nvPr/>
          </p:nvSpPr>
          <p:spPr>
            <a:xfrm>
              <a:off x="7017185" y="2670408"/>
              <a:ext cx="72988" cy="53294"/>
            </a:xfrm>
            <a:custGeom>
              <a:rect b="b" l="l" r="r" t="t"/>
              <a:pathLst>
                <a:path extrusionOk="0" h="532940" w="729885">
                  <a:moveTo>
                    <a:pt x="0" y="0"/>
                  </a:moveTo>
                  <a:lnTo>
                    <a:pt x="729886" y="420569"/>
                  </a:lnTo>
                  <a:lnTo>
                    <a:pt x="729886" y="532941"/>
                  </a:lnTo>
                  <a:lnTo>
                    <a:pt x="0" y="11237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1" name="Google Shape;221;p17"/>
            <p:cNvSpPr/>
            <p:nvPr/>
          </p:nvSpPr>
          <p:spPr>
            <a:xfrm>
              <a:off x="6928587" y="2655659"/>
              <a:ext cx="107458" cy="94029"/>
            </a:xfrm>
            <a:custGeom>
              <a:rect b="b" l="l" r="r" t="t"/>
              <a:pathLst>
                <a:path extrusionOk="0" h="940289" w="1074576">
                  <a:moveTo>
                    <a:pt x="1074577" y="620525"/>
                  </a:moveTo>
                  <a:lnTo>
                    <a:pt x="0" y="0"/>
                  </a:lnTo>
                  <a:lnTo>
                    <a:pt x="0" y="319765"/>
                  </a:lnTo>
                  <a:lnTo>
                    <a:pt x="1074577" y="940290"/>
                  </a:lnTo>
                  <a:lnTo>
                    <a:pt x="1074577" y="620525"/>
                  </a:ln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2" name="Google Shape;222;p17"/>
            <p:cNvSpPr/>
            <p:nvPr/>
          </p:nvSpPr>
          <p:spPr>
            <a:xfrm>
              <a:off x="7139412" y="2421571"/>
              <a:ext cx="49918" cy="106295"/>
            </a:xfrm>
            <a:custGeom>
              <a:rect b="b" l="l" r="r" t="t"/>
              <a:pathLst>
                <a:path extrusionOk="0" h="1062948" w="499175">
                  <a:moveTo>
                    <a:pt x="248761" y="0"/>
                  </a:moveTo>
                  <a:lnTo>
                    <a:pt x="478555" y="451141"/>
                  </a:lnTo>
                  <a:cubicBezTo>
                    <a:pt x="509966" y="513111"/>
                    <a:pt x="505006" y="575081"/>
                    <a:pt x="466983" y="589953"/>
                  </a:cubicBezTo>
                  <a:cubicBezTo>
                    <a:pt x="428959" y="604826"/>
                    <a:pt x="372751" y="565992"/>
                    <a:pt x="341340" y="504022"/>
                  </a:cubicBezTo>
                  <a:lnTo>
                    <a:pt x="338860" y="498238"/>
                  </a:lnTo>
                  <a:lnTo>
                    <a:pt x="338860" y="998954"/>
                  </a:lnTo>
                  <a:cubicBezTo>
                    <a:pt x="338860" y="1055967"/>
                    <a:pt x="299183" y="1079102"/>
                    <a:pt x="249588" y="1051009"/>
                  </a:cubicBezTo>
                  <a:cubicBezTo>
                    <a:pt x="199992" y="1022090"/>
                    <a:pt x="160315" y="953510"/>
                    <a:pt x="160315" y="896498"/>
                  </a:cubicBezTo>
                  <a:lnTo>
                    <a:pt x="160315" y="395781"/>
                  </a:lnTo>
                  <a:lnTo>
                    <a:pt x="157835" y="398260"/>
                  </a:lnTo>
                  <a:cubicBezTo>
                    <a:pt x="126424" y="423874"/>
                    <a:pt x="69389" y="397434"/>
                    <a:pt x="32192" y="338769"/>
                  </a:cubicBezTo>
                  <a:cubicBezTo>
                    <a:pt x="-5831" y="280104"/>
                    <a:pt x="-10791" y="212350"/>
                    <a:pt x="20620" y="186736"/>
                  </a:cubicBezTo>
                  <a:lnTo>
                    <a:pt x="248761"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3" name="Google Shape;223;p17"/>
            <p:cNvSpPr/>
            <p:nvPr/>
          </p:nvSpPr>
          <p:spPr>
            <a:xfrm>
              <a:off x="7139247" y="2979851"/>
              <a:ext cx="49917" cy="106295"/>
            </a:xfrm>
            <a:custGeom>
              <a:rect b="b" l="l" r="r" t="t"/>
              <a:pathLst>
                <a:path extrusionOk="0" h="1062948" w="499174">
                  <a:moveTo>
                    <a:pt x="250414" y="1062949"/>
                  </a:moveTo>
                  <a:lnTo>
                    <a:pt x="20620" y="611808"/>
                  </a:lnTo>
                  <a:cubicBezTo>
                    <a:pt x="-10791" y="549838"/>
                    <a:pt x="-5831" y="487868"/>
                    <a:pt x="32192" y="472996"/>
                  </a:cubicBezTo>
                  <a:cubicBezTo>
                    <a:pt x="70216" y="458123"/>
                    <a:pt x="126425" y="496957"/>
                    <a:pt x="157835" y="558927"/>
                  </a:cubicBezTo>
                  <a:lnTo>
                    <a:pt x="160315" y="564711"/>
                  </a:lnTo>
                  <a:lnTo>
                    <a:pt x="160315" y="63994"/>
                  </a:lnTo>
                  <a:cubicBezTo>
                    <a:pt x="160315" y="6982"/>
                    <a:pt x="199992" y="-16153"/>
                    <a:pt x="249587" y="11940"/>
                  </a:cubicBezTo>
                  <a:cubicBezTo>
                    <a:pt x="299183" y="40859"/>
                    <a:pt x="338860" y="109439"/>
                    <a:pt x="338860" y="166451"/>
                  </a:cubicBezTo>
                  <a:lnTo>
                    <a:pt x="338860" y="667168"/>
                  </a:lnTo>
                  <a:lnTo>
                    <a:pt x="341340" y="664689"/>
                  </a:lnTo>
                  <a:cubicBezTo>
                    <a:pt x="372750" y="639075"/>
                    <a:pt x="429786" y="665515"/>
                    <a:pt x="466983" y="724180"/>
                  </a:cubicBezTo>
                  <a:cubicBezTo>
                    <a:pt x="505006" y="782845"/>
                    <a:pt x="509966" y="850599"/>
                    <a:pt x="478555" y="876213"/>
                  </a:cubicBezTo>
                  <a:lnTo>
                    <a:pt x="250414" y="1062949"/>
                  </a:lnTo>
                  <a:close/>
                </a:path>
              </a:pathLst>
            </a:custGeom>
            <a:gradFill>
              <a:gsLst>
                <a:gs pos="0">
                  <a:srgbClr val="FFFFFF">
                    <a:alpha val="29803"/>
                    <a:alpha val="29800"/>
                  </a:srgbClr>
                </a:gs>
                <a:gs pos="100000">
                  <a:srgbClr val="FFFFFF">
                    <a:alpha val="0"/>
                    <a:alpha val="29800"/>
                  </a:srgbClr>
                </a:gs>
              </a:gsLst>
              <a:lin ang="16198662"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8"/>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Variáveis: </a:t>
            </a:r>
            <a:endParaRPr/>
          </a:p>
        </p:txBody>
      </p:sp>
      <p:sp>
        <p:nvSpPr>
          <p:cNvPr id="229" name="Google Shape;229;p18"/>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30" name="Google Shape;230;p18"/>
          <p:cNvPicPr preferRelativeResize="0"/>
          <p:nvPr/>
        </p:nvPicPr>
        <p:blipFill>
          <a:blip r:embed="rId3">
            <a:alphaModFix/>
          </a:blip>
          <a:stretch>
            <a:fillRect/>
          </a:stretch>
        </p:blipFill>
        <p:spPr>
          <a:xfrm>
            <a:off x="855300" y="1541000"/>
            <a:ext cx="6986949" cy="2582000"/>
          </a:xfrm>
          <a:prstGeom prst="rect">
            <a:avLst/>
          </a:prstGeom>
          <a:noFill/>
          <a:ln cap="flat" cmpd="sng" w="38100">
            <a:solidFill>
              <a:schemeClr val="accent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Variáveis escolhidas: </a:t>
            </a:r>
            <a:endParaRPr/>
          </a:p>
        </p:txBody>
      </p:sp>
      <p:sp>
        <p:nvSpPr>
          <p:cNvPr id="236" name="Google Shape;236;p19"/>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37" name="Google Shape;237;p19"/>
          <p:cNvPicPr preferRelativeResize="0"/>
          <p:nvPr/>
        </p:nvPicPr>
        <p:blipFill>
          <a:blip r:embed="rId3">
            <a:alphaModFix/>
          </a:blip>
          <a:stretch>
            <a:fillRect/>
          </a:stretch>
        </p:blipFill>
        <p:spPr>
          <a:xfrm>
            <a:off x="841575" y="1629900"/>
            <a:ext cx="6979271" cy="1383600"/>
          </a:xfrm>
          <a:prstGeom prst="rect">
            <a:avLst/>
          </a:prstGeom>
          <a:noFill/>
          <a:ln cap="flat" cmpd="sng" w="38100">
            <a:solidFill>
              <a:schemeClr val="accent1"/>
            </a:solidFill>
            <a:prstDash val="solid"/>
            <a:round/>
            <a:headEnd len="sm" w="sm" type="none"/>
            <a:tailEnd len="sm" w="sm" type="none"/>
          </a:ln>
        </p:spPr>
      </p:pic>
      <p:sp>
        <p:nvSpPr>
          <p:cNvPr id="238" name="Google Shape;238;p19"/>
          <p:cNvSpPr txBox="1"/>
          <p:nvPr>
            <p:ph type="title"/>
          </p:nvPr>
        </p:nvSpPr>
        <p:spPr>
          <a:xfrm>
            <a:off x="8033628" y="2212273"/>
            <a:ext cx="268800" cy="219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ph type="ctrTitle"/>
          </p:nvPr>
        </p:nvSpPr>
        <p:spPr>
          <a:xfrm>
            <a:off x="855300" y="1534047"/>
            <a:ext cx="51108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Limpeza de Dados:</a:t>
            </a:r>
            <a:endParaRPr/>
          </a:p>
        </p:txBody>
      </p:sp>
      <p:sp>
        <p:nvSpPr>
          <p:cNvPr id="244" name="Google Shape;244;p20"/>
          <p:cNvSpPr txBox="1"/>
          <p:nvPr>
            <p:ph idx="1" type="subTitle"/>
          </p:nvPr>
        </p:nvSpPr>
        <p:spPr>
          <a:xfrm>
            <a:off x="855300" y="2714548"/>
            <a:ext cx="5110800" cy="8523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Limpeza e padronização dos dados.</a:t>
            </a:r>
            <a:endParaRPr/>
          </a:p>
        </p:txBody>
      </p:sp>
      <p:grpSp>
        <p:nvGrpSpPr>
          <p:cNvPr id="245" name="Google Shape;245;p20"/>
          <p:cNvGrpSpPr/>
          <p:nvPr/>
        </p:nvGrpSpPr>
        <p:grpSpPr>
          <a:xfrm>
            <a:off x="5180778" y="497142"/>
            <a:ext cx="3768641" cy="4646356"/>
            <a:chOff x="5180778" y="497142"/>
            <a:chExt cx="3768641" cy="4646356"/>
          </a:xfrm>
        </p:grpSpPr>
        <p:sp>
          <p:nvSpPr>
            <p:cNvPr id="246" name="Google Shape;246;p20"/>
            <p:cNvSpPr/>
            <p:nvPr/>
          </p:nvSpPr>
          <p:spPr>
            <a:xfrm>
              <a:off x="6839939" y="497142"/>
              <a:ext cx="693376" cy="2512137"/>
            </a:xfrm>
            <a:custGeom>
              <a:rect b="b" l="l" r="r" t="t"/>
              <a:pathLst>
                <a:path extrusionOk="0" h="3694319" w="1019671">
                  <a:moveTo>
                    <a:pt x="399309" y="3567369"/>
                  </a:moveTo>
                  <a:cubicBezTo>
                    <a:pt x="-431720" y="380179"/>
                    <a:pt x="251391" y="108815"/>
                    <a:pt x="510247" y="0"/>
                  </a:cubicBezTo>
                  <a:cubicBezTo>
                    <a:pt x="768430" y="407047"/>
                    <a:pt x="1451541" y="1465637"/>
                    <a:pt x="619840" y="3694320"/>
                  </a:cubicBezTo>
                  <a:lnTo>
                    <a:pt x="399309" y="3567369"/>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7" name="Google Shape;247;p20"/>
            <p:cNvSpPr/>
            <p:nvPr/>
          </p:nvSpPr>
          <p:spPr>
            <a:xfrm>
              <a:off x="7205043" y="2367351"/>
              <a:ext cx="250838" cy="704311"/>
            </a:xfrm>
            <a:custGeom>
              <a:rect b="b" l="l" r="r" t="t"/>
              <a:pathLst>
                <a:path extrusionOk="0" h="1035752" w="368879">
                  <a:moveTo>
                    <a:pt x="0" y="621989"/>
                  </a:moveTo>
                  <a:cubicBezTo>
                    <a:pt x="115645" y="766403"/>
                    <a:pt x="244064" y="924923"/>
                    <a:pt x="334159" y="1035753"/>
                  </a:cubicBezTo>
                  <a:cubicBezTo>
                    <a:pt x="434340" y="734834"/>
                    <a:pt x="300542" y="314353"/>
                    <a:pt x="151279" y="0"/>
                  </a:cubicBezTo>
                  <a:cubicBezTo>
                    <a:pt x="115645" y="195463"/>
                    <a:pt x="65891" y="402345"/>
                    <a:pt x="0" y="621989"/>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8" name="Google Shape;248;p20"/>
            <p:cNvSpPr/>
            <p:nvPr/>
          </p:nvSpPr>
          <p:spPr>
            <a:xfrm>
              <a:off x="6581373" y="2034344"/>
              <a:ext cx="250454" cy="560435"/>
            </a:xfrm>
            <a:custGeom>
              <a:rect b="b" l="l" r="r" t="t"/>
              <a:pathLst>
                <a:path extrusionOk="0" h="824169" w="368315">
                  <a:moveTo>
                    <a:pt x="216364" y="0"/>
                  </a:moveTo>
                  <a:cubicBezTo>
                    <a:pt x="67774" y="142399"/>
                    <a:pt x="-65352" y="408390"/>
                    <a:pt x="34828" y="824169"/>
                  </a:cubicBezTo>
                  <a:cubicBezTo>
                    <a:pt x="124924" y="816780"/>
                    <a:pt x="252671" y="806705"/>
                    <a:pt x="368315" y="795958"/>
                  </a:cubicBezTo>
                  <a:cubicBezTo>
                    <a:pt x="302425" y="500412"/>
                    <a:pt x="252671" y="236437"/>
                    <a:pt x="216364"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9" name="Google Shape;249;p20"/>
            <p:cNvSpPr/>
            <p:nvPr/>
          </p:nvSpPr>
          <p:spPr>
            <a:xfrm>
              <a:off x="6674321" y="621337"/>
              <a:ext cx="693265" cy="2512137"/>
            </a:xfrm>
            <a:custGeom>
              <a:rect b="b" l="l" r="r" t="t"/>
              <a:pathLst>
                <a:path extrusionOk="0" h="3694319" w="1019507">
                  <a:moveTo>
                    <a:pt x="399145" y="3567369"/>
                  </a:moveTo>
                  <a:cubicBezTo>
                    <a:pt x="-431884" y="379507"/>
                    <a:pt x="251899" y="108815"/>
                    <a:pt x="510083" y="0"/>
                  </a:cubicBezTo>
                  <a:cubicBezTo>
                    <a:pt x="768266" y="407047"/>
                    <a:pt x="1451377" y="1465637"/>
                    <a:pt x="619676" y="3694319"/>
                  </a:cubicBezTo>
                  <a:lnTo>
                    <a:pt x="399145" y="3567369"/>
                  </a:ln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0" name="Google Shape;250;p20"/>
            <p:cNvSpPr/>
            <p:nvPr/>
          </p:nvSpPr>
          <p:spPr>
            <a:xfrm>
              <a:off x="7019737" y="621337"/>
              <a:ext cx="346408" cy="2512137"/>
            </a:xfrm>
            <a:custGeom>
              <a:rect b="b" l="l" r="r" t="t"/>
              <a:pathLst>
                <a:path extrusionOk="0" h="3694319" w="509424">
                  <a:moveTo>
                    <a:pt x="109593" y="3694319"/>
                  </a:moveTo>
                  <a:cubicBezTo>
                    <a:pt x="941294" y="1465637"/>
                    <a:pt x="258183" y="407047"/>
                    <a:pt x="0" y="0"/>
                  </a:cubicBezTo>
                  <a:lnTo>
                    <a:pt x="0" y="3631180"/>
                  </a:lnTo>
                  <a:lnTo>
                    <a:pt x="109593" y="3694319"/>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1" name="Google Shape;251;p20"/>
            <p:cNvSpPr/>
            <p:nvPr/>
          </p:nvSpPr>
          <p:spPr>
            <a:xfrm>
              <a:off x="6841258" y="1023407"/>
              <a:ext cx="347472" cy="518588"/>
            </a:xfrm>
            <a:custGeom>
              <a:rect b="b" l="l" r="r" t="t"/>
              <a:pathLst>
                <a:path extrusionOk="0" h="762629" w="510988">
                  <a:moveTo>
                    <a:pt x="510988" y="528752"/>
                  </a:moveTo>
                  <a:cubicBezTo>
                    <a:pt x="510988" y="722871"/>
                    <a:pt x="396688" y="814222"/>
                    <a:pt x="255494" y="732947"/>
                  </a:cubicBezTo>
                  <a:cubicBezTo>
                    <a:pt x="114300" y="651672"/>
                    <a:pt x="0" y="427997"/>
                    <a:pt x="0" y="233878"/>
                  </a:cubicBezTo>
                  <a:cubicBezTo>
                    <a:pt x="0" y="39758"/>
                    <a:pt x="114300" y="-51592"/>
                    <a:pt x="255494" y="29683"/>
                  </a:cubicBezTo>
                  <a:cubicBezTo>
                    <a:pt x="396688" y="110958"/>
                    <a:pt x="510988" y="334632"/>
                    <a:pt x="510988" y="528752"/>
                  </a:cubicBezTo>
                  <a:close/>
                </a:path>
              </a:pathLst>
            </a:custGeom>
            <a:gradFill>
              <a:gsLst>
                <a:gs pos="0">
                  <a:schemeClr val="accent1">
                    <a:alpha val="29800"/>
                  </a:schemeClr>
                </a:gs>
                <a:gs pos="100000">
                  <a:schemeClr val="accent2">
                    <a:alpha val="29800"/>
                  </a:scheme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2" name="Google Shape;252;p20"/>
            <p:cNvSpPr/>
            <p:nvPr/>
          </p:nvSpPr>
          <p:spPr>
            <a:xfrm>
              <a:off x="5927471" y="3218110"/>
              <a:ext cx="2000707" cy="1925388"/>
            </a:xfrm>
            <a:custGeom>
              <a:rect b="b" l="l" r="r" t="t"/>
              <a:pathLst>
                <a:path extrusionOk="0" h="2831453" w="2942216">
                  <a:moveTo>
                    <a:pt x="1809974" y="581624"/>
                  </a:moveTo>
                  <a:cubicBezTo>
                    <a:pt x="1751479" y="486244"/>
                    <a:pt x="1723241" y="365339"/>
                    <a:pt x="1698363" y="259211"/>
                  </a:cubicBezTo>
                  <a:cubicBezTo>
                    <a:pt x="1669452" y="136962"/>
                    <a:pt x="1645248" y="32850"/>
                    <a:pt x="1584736" y="6654"/>
                  </a:cubicBezTo>
                  <a:cubicBezTo>
                    <a:pt x="1515484" y="-23573"/>
                    <a:pt x="1484555" y="53001"/>
                    <a:pt x="1440852" y="159128"/>
                  </a:cubicBezTo>
                  <a:lnTo>
                    <a:pt x="1440852" y="159128"/>
                  </a:lnTo>
                  <a:cubicBezTo>
                    <a:pt x="1415303" y="221596"/>
                    <a:pt x="1385047" y="295482"/>
                    <a:pt x="1340672" y="363323"/>
                  </a:cubicBezTo>
                  <a:cubicBezTo>
                    <a:pt x="1292935" y="312946"/>
                    <a:pt x="1242508" y="271301"/>
                    <a:pt x="1189392" y="241075"/>
                  </a:cubicBezTo>
                  <a:cubicBezTo>
                    <a:pt x="966844" y="112781"/>
                    <a:pt x="781274" y="223611"/>
                    <a:pt x="737571" y="488259"/>
                  </a:cubicBezTo>
                  <a:cubicBezTo>
                    <a:pt x="707315" y="465421"/>
                    <a:pt x="677059" y="444598"/>
                    <a:pt x="646131" y="426463"/>
                  </a:cubicBezTo>
                  <a:cubicBezTo>
                    <a:pt x="289112" y="220924"/>
                    <a:pt x="0" y="454002"/>
                    <a:pt x="0" y="948369"/>
                  </a:cubicBezTo>
                  <a:cubicBezTo>
                    <a:pt x="0" y="1442065"/>
                    <a:pt x="289112" y="2008975"/>
                    <a:pt x="645459" y="2214513"/>
                  </a:cubicBezTo>
                  <a:cubicBezTo>
                    <a:pt x="991721" y="2414007"/>
                    <a:pt x="1274781" y="2199736"/>
                    <a:pt x="1290918" y="1735595"/>
                  </a:cubicBezTo>
                  <a:cubicBezTo>
                    <a:pt x="1356136" y="1856500"/>
                    <a:pt x="1442869" y="1957926"/>
                    <a:pt x="1539016" y="2013005"/>
                  </a:cubicBezTo>
                  <a:cubicBezTo>
                    <a:pt x="1563893" y="2027110"/>
                    <a:pt x="1588098" y="2037858"/>
                    <a:pt x="1610958" y="2044575"/>
                  </a:cubicBezTo>
                  <a:cubicBezTo>
                    <a:pt x="1749462" y="2348852"/>
                    <a:pt x="1955875" y="2610813"/>
                    <a:pt x="2186492" y="2743808"/>
                  </a:cubicBezTo>
                  <a:cubicBezTo>
                    <a:pt x="2603351" y="2984275"/>
                    <a:pt x="2941544" y="2712911"/>
                    <a:pt x="2942216" y="2137940"/>
                  </a:cubicBezTo>
                  <a:cubicBezTo>
                    <a:pt x="2942216" y="1562970"/>
                    <a:pt x="2604023" y="901351"/>
                    <a:pt x="2187164" y="660884"/>
                  </a:cubicBezTo>
                  <a:cubicBezTo>
                    <a:pt x="2049332" y="581624"/>
                    <a:pt x="1920912" y="557443"/>
                    <a:pt x="1809974" y="581624"/>
                  </a:cubicBezTo>
                  <a:close/>
                </a:path>
              </a:pathLst>
            </a:custGeom>
            <a:gradFill>
              <a:gsLst>
                <a:gs pos="0">
                  <a:srgbClr val="FFFFFF">
                    <a:alpha val="19607"/>
                    <a:alpha val="29800"/>
                  </a:srgbClr>
                </a:gs>
                <a:gs pos="64000">
                  <a:srgbClr val="FFFFFF">
                    <a:alpha val="0"/>
                    <a:alpha val="29800"/>
                  </a:srgbClr>
                </a:gs>
                <a:gs pos="100000">
                  <a:srgbClr val="FFFFFF">
                    <a:alpha val="0"/>
                    <a:alpha val="29800"/>
                  </a:srgbClr>
                </a:gs>
              </a:gsLst>
              <a:lin ang="59999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3" name="Google Shape;253;p20"/>
            <p:cNvSpPr/>
            <p:nvPr/>
          </p:nvSpPr>
          <p:spPr>
            <a:xfrm>
              <a:off x="7607984" y="2122600"/>
              <a:ext cx="1238097" cy="1358380"/>
            </a:xfrm>
            <a:custGeom>
              <a:rect b="b" l="l" r="r" t="t"/>
              <a:pathLst>
                <a:path extrusionOk="0" h="1997618" w="1820731">
                  <a:moveTo>
                    <a:pt x="0" y="0"/>
                  </a:moveTo>
                  <a:lnTo>
                    <a:pt x="1820059" y="1049858"/>
                  </a:lnTo>
                  <a:lnTo>
                    <a:pt x="1820732" y="1997619"/>
                  </a:lnTo>
                  <a:lnTo>
                    <a:pt x="161365" y="1040454"/>
                  </a:lnTo>
                  <a:lnTo>
                    <a:pt x="673" y="1092847"/>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4" name="Google Shape;254;p20"/>
            <p:cNvSpPr/>
            <p:nvPr/>
          </p:nvSpPr>
          <p:spPr>
            <a:xfrm>
              <a:off x="8482162" y="2772238"/>
              <a:ext cx="467258" cy="444419"/>
            </a:xfrm>
            <a:custGeom>
              <a:rect b="b" l="l" r="r" t="t"/>
              <a:pathLst>
                <a:path extrusionOk="0" h="653558" w="687144">
                  <a:moveTo>
                    <a:pt x="0" y="257259"/>
                  </a:moveTo>
                  <a:lnTo>
                    <a:pt x="0" y="0"/>
                  </a:lnTo>
                  <a:lnTo>
                    <a:pt x="687145" y="396300"/>
                  </a:lnTo>
                  <a:lnTo>
                    <a:pt x="687145" y="653559"/>
                  </a:lnTo>
                  <a:lnTo>
                    <a:pt x="0" y="257259"/>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 name="Google Shape;255;p20"/>
            <p:cNvSpPr/>
            <p:nvPr/>
          </p:nvSpPr>
          <p:spPr>
            <a:xfrm>
              <a:off x="7924874" y="2461522"/>
              <a:ext cx="271119" cy="212846"/>
            </a:xfrm>
            <a:custGeom>
              <a:rect b="b" l="l" r="r" t="t"/>
              <a:pathLst>
                <a:path extrusionOk="0" h="313009" w="398705">
                  <a:moveTo>
                    <a:pt x="0" y="0"/>
                  </a:moveTo>
                  <a:lnTo>
                    <a:pt x="398705" y="229719"/>
                  </a:lnTo>
                  <a:lnTo>
                    <a:pt x="398705" y="313009"/>
                  </a:lnTo>
                  <a:lnTo>
                    <a:pt x="0" y="8329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6" name="Google Shape;256;p20"/>
            <p:cNvSpPr/>
            <p:nvPr/>
          </p:nvSpPr>
          <p:spPr>
            <a:xfrm>
              <a:off x="7925329" y="2574344"/>
              <a:ext cx="489204" cy="338910"/>
            </a:xfrm>
            <a:custGeom>
              <a:rect b="b" l="l" r="r" t="t"/>
              <a:pathLst>
                <a:path extrusionOk="0" h="498397" w="719417">
                  <a:moveTo>
                    <a:pt x="0" y="0"/>
                  </a:moveTo>
                  <a:lnTo>
                    <a:pt x="719418" y="415107"/>
                  </a:lnTo>
                  <a:lnTo>
                    <a:pt x="719418" y="498397"/>
                  </a:lnTo>
                  <a:lnTo>
                    <a:pt x="0" y="8329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7" name="Google Shape;257;p20"/>
            <p:cNvSpPr/>
            <p:nvPr/>
          </p:nvSpPr>
          <p:spPr>
            <a:xfrm>
              <a:off x="7925329" y="2687166"/>
              <a:ext cx="633221" cy="422039"/>
            </a:xfrm>
            <a:custGeom>
              <a:rect b="b" l="l" r="r" t="t"/>
              <a:pathLst>
                <a:path extrusionOk="0" h="620645" w="931208">
                  <a:moveTo>
                    <a:pt x="0" y="0"/>
                  </a:moveTo>
                  <a:lnTo>
                    <a:pt x="931209" y="537356"/>
                  </a:lnTo>
                  <a:lnTo>
                    <a:pt x="931209" y="620646"/>
                  </a:lnTo>
                  <a:lnTo>
                    <a:pt x="0" y="8329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8" name="Google Shape;258;p20"/>
            <p:cNvSpPr/>
            <p:nvPr/>
          </p:nvSpPr>
          <p:spPr>
            <a:xfrm>
              <a:off x="7718167" y="2337816"/>
              <a:ext cx="140817" cy="208665"/>
            </a:xfrm>
            <a:custGeom>
              <a:rect b="b" l="l" r="r" t="t"/>
              <a:pathLst>
                <a:path extrusionOk="0" h="306860" w="207084">
                  <a:moveTo>
                    <a:pt x="207085" y="212875"/>
                  </a:moveTo>
                  <a:cubicBezTo>
                    <a:pt x="207085" y="290792"/>
                    <a:pt x="160693" y="327735"/>
                    <a:pt x="103543" y="294822"/>
                  </a:cubicBezTo>
                  <a:cubicBezTo>
                    <a:pt x="46393" y="261909"/>
                    <a:pt x="0" y="171902"/>
                    <a:pt x="0" y="93985"/>
                  </a:cubicBezTo>
                  <a:cubicBezTo>
                    <a:pt x="0" y="16069"/>
                    <a:pt x="46393" y="-20874"/>
                    <a:pt x="103543" y="12039"/>
                  </a:cubicBezTo>
                  <a:cubicBezTo>
                    <a:pt x="161365" y="44952"/>
                    <a:pt x="207085" y="134959"/>
                    <a:pt x="207085" y="212875"/>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9" name="Google Shape;259;p20"/>
            <p:cNvSpPr/>
            <p:nvPr/>
          </p:nvSpPr>
          <p:spPr>
            <a:xfrm>
              <a:off x="5312360" y="505331"/>
              <a:ext cx="1238097" cy="1456582"/>
            </a:xfrm>
            <a:custGeom>
              <a:rect b="b" l="l" r="r" t="t"/>
              <a:pathLst>
                <a:path extrusionOk="0" h="2142033" w="1820731">
                  <a:moveTo>
                    <a:pt x="1820059" y="1049187"/>
                  </a:moveTo>
                  <a:lnTo>
                    <a:pt x="0" y="0"/>
                  </a:lnTo>
                  <a:lnTo>
                    <a:pt x="672" y="947761"/>
                  </a:lnTo>
                  <a:lnTo>
                    <a:pt x="1660039" y="1904254"/>
                  </a:lnTo>
                  <a:lnTo>
                    <a:pt x="1820732" y="2142034"/>
                  </a:lnTo>
                  <a:lnTo>
                    <a:pt x="1820059" y="1049187"/>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0" name="Google Shape;260;p20"/>
            <p:cNvSpPr/>
            <p:nvPr/>
          </p:nvSpPr>
          <p:spPr>
            <a:xfrm>
              <a:off x="5180778" y="581304"/>
              <a:ext cx="467258" cy="444419"/>
            </a:xfrm>
            <a:custGeom>
              <a:rect b="b" l="l" r="r" t="t"/>
              <a:pathLst>
                <a:path extrusionOk="0" h="653558" w="687144">
                  <a:moveTo>
                    <a:pt x="0" y="257259"/>
                  </a:moveTo>
                  <a:lnTo>
                    <a:pt x="0" y="0"/>
                  </a:lnTo>
                  <a:lnTo>
                    <a:pt x="687145" y="396300"/>
                  </a:lnTo>
                  <a:lnTo>
                    <a:pt x="687145" y="653559"/>
                  </a:lnTo>
                  <a:lnTo>
                    <a:pt x="0" y="257259"/>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1" name="Google Shape;261;p20"/>
            <p:cNvSpPr/>
            <p:nvPr/>
          </p:nvSpPr>
          <p:spPr>
            <a:xfrm>
              <a:off x="5957976" y="1033957"/>
              <a:ext cx="271119" cy="212846"/>
            </a:xfrm>
            <a:custGeom>
              <a:rect b="b" l="l" r="r" t="t"/>
              <a:pathLst>
                <a:path extrusionOk="0" h="313009" w="398705">
                  <a:moveTo>
                    <a:pt x="398705" y="229720"/>
                  </a:moveTo>
                  <a:lnTo>
                    <a:pt x="0" y="0"/>
                  </a:lnTo>
                  <a:lnTo>
                    <a:pt x="0" y="83290"/>
                  </a:lnTo>
                  <a:lnTo>
                    <a:pt x="398705" y="313010"/>
                  </a:lnTo>
                  <a:lnTo>
                    <a:pt x="398705" y="22972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2" name="Google Shape;262;p20"/>
            <p:cNvSpPr/>
            <p:nvPr/>
          </p:nvSpPr>
          <p:spPr>
            <a:xfrm>
              <a:off x="5707561" y="1002113"/>
              <a:ext cx="522579" cy="358093"/>
            </a:xfrm>
            <a:custGeom>
              <a:rect b="b" l="l" r="r" t="t"/>
              <a:pathLst>
                <a:path extrusionOk="0" h="526608" w="768499">
                  <a:moveTo>
                    <a:pt x="768499" y="443318"/>
                  </a:moveTo>
                  <a:lnTo>
                    <a:pt x="0" y="0"/>
                  </a:lnTo>
                  <a:lnTo>
                    <a:pt x="0" y="83290"/>
                  </a:lnTo>
                  <a:lnTo>
                    <a:pt x="768499" y="526608"/>
                  </a:lnTo>
                  <a:lnTo>
                    <a:pt x="768499" y="443318"/>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3" name="Google Shape;263;p20"/>
            <p:cNvSpPr/>
            <p:nvPr/>
          </p:nvSpPr>
          <p:spPr>
            <a:xfrm>
              <a:off x="5597378" y="1051245"/>
              <a:ext cx="633221" cy="422039"/>
            </a:xfrm>
            <a:custGeom>
              <a:rect b="b" l="l" r="r" t="t"/>
              <a:pathLst>
                <a:path extrusionOk="0" h="620645" w="931208">
                  <a:moveTo>
                    <a:pt x="931209" y="537356"/>
                  </a:moveTo>
                  <a:lnTo>
                    <a:pt x="0" y="0"/>
                  </a:lnTo>
                  <a:lnTo>
                    <a:pt x="0" y="83290"/>
                  </a:lnTo>
                  <a:lnTo>
                    <a:pt x="931209" y="620646"/>
                  </a:lnTo>
                  <a:lnTo>
                    <a:pt x="931209" y="537356"/>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4" name="Google Shape;264;p20"/>
            <p:cNvSpPr/>
            <p:nvPr/>
          </p:nvSpPr>
          <p:spPr>
            <a:xfrm>
              <a:off x="6294443" y="1222979"/>
              <a:ext cx="140817" cy="208472"/>
            </a:xfrm>
            <a:custGeom>
              <a:rect b="b" l="l" r="r" t="t"/>
              <a:pathLst>
                <a:path extrusionOk="0" h="306577" w="207084">
                  <a:moveTo>
                    <a:pt x="0" y="93703"/>
                  </a:moveTo>
                  <a:cubicBezTo>
                    <a:pt x="0" y="171619"/>
                    <a:pt x="46392" y="261626"/>
                    <a:pt x="103542" y="294539"/>
                  </a:cubicBezTo>
                  <a:cubicBezTo>
                    <a:pt x="160692" y="327452"/>
                    <a:pt x="207085" y="290509"/>
                    <a:pt x="207085" y="212593"/>
                  </a:cubicBezTo>
                  <a:cubicBezTo>
                    <a:pt x="207085" y="134676"/>
                    <a:pt x="160692" y="44669"/>
                    <a:pt x="103542" y="11756"/>
                  </a:cubicBezTo>
                  <a:cubicBezTo>
                    <a:pt x="46392" y="-20485"/>
                    <a:pt x="0" y="15786"/>
                    <a:pt x="0" y="93703"/>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5" name="Google Shape;265;p20"/>
            <p:cNvSpPr/>
            <p:nvPr/>
          </p:nvSpPr>
          <p:spPr>
            <a:xfrm>
              <a:off x="5644729" y="1476602"/>
              <a:ext cx="739292" cy="810735"/>
            </a:xfrm>
            <a:custGeom>
              <a:rect b="b" l="l" r="r" t="t"/>
              <a:pathLst>
                <a:path extrusionOk="0" h="1192257" w="1087194">
                  <a:moveTo>
                    <a:pt x="1087195" y="626691"/>
                  </a:moveTo>
                  <a:lnTo>
                    <a:pt x="0" y="0"/>
                  </a:lnTo>
                  <a:lnTo>
                    <a:pt x="0" y="565567"/>
                  </a:lnTo>
                  <a:lnTo>
                    <a:pt x="1087195" y="1192258"/>
                  </a:lnTo>
                  <a:lnTo>
                    <a:pt x="1087195" y="626691"/>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6" name="Google Shape;266;p20"/>
            <p:cNvSpPr/>
            <p:nvPr/>
          </p:nvSpPr>
          <p:spPr>
            <a:xfrm>
              <a:off x="5833224" y="1677226"/>
              <a:ext cx="253288" cy="192292"/>
            </a:xfrm>
            <a:custGeom>
              <a:rect b="b" l="l" r="r" t="t"/>
              <a:pathLst>
                <a:path extrusionOk="0" h="282783" w="372483">
                  <a:moveTo>
                    <a:pt x="0" y="0"/>
                  </a:moveTo>
                  <a:lnTo>
                    <a:pt x="372483" y="214942"/>
                  </a:lnTo>
                  <a:lnTo>
                    <a:pt x="372483" y="282783"/>
                  </a:lnTo>
                  <a:lnTo>
                    <a:pt x="0" y="67841"/>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7" name="Google Shape;267;p20"/>
            <p:cNvSpPr/>
            <p:nvPr/>
          </p:nvSpPr>
          <p:spPr>
            <a:xfrm>
              <a:off x="5833224" y="1769576"/>
              <a:ext cx="473659" cy="319726"/>
            </a:xfrm>
            <a:custGeom>
              <a:rect b="b" l="l" r="r" t="t"/>
              <a:pathLst>
                <a:path extrusionOk="0" h="470186" w="696557">
                  <a:moveTo>
                    <a:pt x="0" y="0"/>
                  </a:moveTo>
                  <a:lnTo>
                    <a:pt x="696558" y="401673"/>
                  </a:lnTo>
                  <a:lnTo>
                    <a:pt x="696558" y="470186"/>
                  </a:lnTo>
                  <a:lnTo>
                    <a:pt x="0" y="68513"/>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8" name="Google Shape;268;p20"/>
            <p:cNvSpPr/>
            <p:nvPr/>
          </p:nvSpPr>
          <p:spPr>
            <a:xfrm>
              <a:off x="5710748" y="1604650"/>
              <a:ext cx="84124" cy="124724"/>
            </a:xfrm>
            <a:custGeom>
              <a:rect b="b" l="l" r="r" t="t"/>
              <a:pathLst>
                <a:path extrusionOk="0" h="183417" w="123712">
                  <a:moveTo>
                    <a:pt x="123713" y="127308"/>
                  </a:moveTo>
                  <a:cubicBezTo>
                    <a:pt x="123713" y="173655"/>
                    <a:pt x="96146" y="195821"/>
                    <a:pt x="61856" y="176342"/>
                  </a:cubicBezTo>
                  <a:cubicBezTo>
                    <a:pt x="27566" y="156863"/>
                    <a:pt x="0" y="103127"/>
                    <a:pt x="0" y="56109"/>
                  </a:cubicBezTo>
                  <a:cubicBezTo>
                    <a:pt x="0" y="9762"/>
                    <a:pt x="27566" y="-12404"/>
                    <a:pt x="61856" y="7075"/>
                  </a:cubicBezTo>
                  <a:cubicBezTo>
                    <a:pt x="95474" y="27226"/>
                    <a:pt x="123713" y="80961"/>
                    <a:pt x="123713" y="127308"/>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9" name="Google Shape;269;p20"/>
            <p:cNvSpPr/>
            <p:nvPr/>
          </p:nvSpPr>
          <p:spPr>
            <a:xfrm>
              <a:off x="7831081" y="1765936"/>
              <a:ext cx="739292" cy="811192"/>
            </a:xfrm>
            <a:custGeom>
              <a:rect b="b" l="l" r="r" t="t"/>
              <a:pathLst>
                <a:path extrusionOk="0" h="1192929" w="1087194">
                  <a:moveTo>
                    <a:pt x="1087195" y="626691"/>
                  </a:moveTo>
                  <a:lnTo>
                    <a:pt x="0" y="0"/>
                  </a:lnTo>
                  <a:lnTo>
                    <a:pt x="0" y="565567"/>
                  </a:lnTo>
                  <a:lnTo>
                    <a:pt x="1087195" y="1192929"/>
                  </a:lnTo>
                  <a:lnTo>
                    <a:pt x="1087195" y="626691"/>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0" name="Google Shape;270;p20"/>
            <p:cNvSpPr/>
            <p:nvPr/>
          </p:nvSpPr>
          <p:spPr>
            <a:xfrm>
              <a:off x="8019577" y="1967015"/>
              <a:ext cx="253288" cy="192292"/>
            </a:xfrm>
            <a:custGeom>
              <a:rect b="b" l="l" r="r" t="t"/>
              <a:pathLst>
                <a:path extrusionOk="0" h="282783" w="372483">
                  <a:moveTo>
                    <a:pt x="0" y="0"/>
                  </a:moveTo>
                  <a:lnTo>
                    <a:pt x="372483" y="214942"/>
                  </a:lnTo>
                  <a:lnTo>
                    <a:pt x="372483" y="282783"/>
                  </a:lnTo>
                  <a:lnTo>
                    <a:pt x="0" y="67841"/>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1" name="Google Shape;271;p20"/>
            <p:cNvSpPr/>
            <p:nvPr/>
          </p:nvSpPr>
          <p:spPr>
            <a:xfrm>
              <a:off x="8020032" y="2059365"/>
              <a:ext cx="473659" cy="319726"/>
            </a:xfrm>
            <a:custGeom>
              <a:rect b="b" l="l" r="r" t="t"/>
              <a:pathLst>
                <a:path extrusionOk="0" h="470186" w="696557">
                  <a:moveTo>
                    <a:pt x="0" y="0"/>
                  </a:moveTo>
                  <a:lnTo>
                    <a:pt x="696558" y="401673"/>
                  </a:lnTo>
                  <a:lnTo>
                    <a:pt x="696558" y="470186"/>
                  </a:lnTo>
                  <a:lnTo>
                    <a:pt x="0" y="68513"/>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2" name="Google Shape;272;p20"/>
            <p:cNvSpPr/>
            <p:nvPr/>
          </p:nvSpPr>
          <p:spPr>
            <a:xfrm>
              <a:off x="7897101" y="1894439"/>
              <a:ext cx="84125" cy="124724"/>
            </a:xfrm>
            <a:custGeom>
              <a:rect b="b" l="l" r="r" t="t"/>
              <a:pathLst>
                <a:path extrusionOk="0" h="183417" w="123713">
                  <a:moveTo>
                    <a:pt x="123713" y="127308"/>
                  </a:moveTo>
                  <a:cubicBezTo>
                    <a:pt x="123713" y="173655"/>
                    <a:pt x="96146" y="195821"/>
                    <a:pt x="61857" y="176342"/>
                  </a:cubicBezTo>
                  <a:cubicBezTo>
                    <a:pt x="27567" y="156863"/>
                    <a:pt x="0" y="103127"/>
                    <a:pt x="0" y="56109"/>
                  </a:cubicBezTo>
                  <a:cubicBezTo>
                    <a:pt x="0" y="9762"/>
                    <a:pt x="27567" y="-12404"/>
                    <a:pt x="61857" y="7075"/>
                  </a:cubicBezTo>
                  <a:cubicBezTo>
                    <a:pt x="96146" y="27226"/>
                    <a:pt x="123713" y="80961"/>
                    <a:pt x="123713" y="127308"/>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1"/>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Limpeza e padronização dos dados</a:t>
            </a:r>
            <a:r>
              <a:rPr lang="en"/>
              <a:t>:</a:t>
            </a:r>
            <a:endParaRPr/>
          </a:p>
        </p:txBody>
      </p:sp>
      <p:sp>
        <p:nvSpPr>
          <p:cNvPr id="278" name="Google Shape;278;p21"/>
          <p:cNvSpPr txBox="1"/>
          <p:nvPr>
            <p:ph idx="1" type="body"/>
          </p:nvPr>
        </p:nvSpPr>
        <p:spPr>
          <a:xfrm>
            <a:off x="855275" y="1353950"/>
            <a:ext cx="3473100" cy="2598000"/>
          </a:xfrm>
          <a:prstGeom prst="rect">
            <a:avLst/>
          </a:prstGeom>
        </p:spPr>
        <p:txBody>
          <a:bodyPr anchorCtr="0" anchor="t" bIns="0" lIns="0" spcFirstLastPara="1" rIns="0" wrap="square" tIns="0">
            <a:noAutofit/>
          </a:bodyPr>
          <a:lstStyle/>
          <a:p>
            <a:pPr indent="0" lvl="0" marL="0" rtl="0" algn="l">
              <a:spcBef>
                <a:spcPts val="0"/>
              </a:spcBef>
              <a:spcAft>
                <a:spcPts val="800"/>
              </a:spcAft>
              <a:buClr>
                <a:schemeClr val="dk1"/>
              </a:buClr>
              <a:buSzPts val="1100"/>
              <a:buFont typeface="Arial"/>
              <a:buNone/>
            </a:pPr>
            <a:r>
              <a:rPr lang="en" sz="1200">
                <a:latin typeface="Barlow"/>
                <a:ea typeface="Barlow"/>
                <a:cs typeface="Barlow"/>
                <a:sym typeface="Barlow"/>
              </a:rPr>
              <a:t>O </a:t>
            </a:r>
            <a:r>
              <a:rPr lang="en" sz="1200">
                <a:latin typeface="Barlow"/>
                <a:ea typeface="Barlow"/>
                <a:cs typeface="Barlow"/>
                <a:sym typeface="Barlow"/>
              </a:rPr>
              <a:t>data frame</a:t>
            </a:r>
            <a:r>
              <a:rPr lang="en" sz="1200">
                <a:latin typeface="Barlow"/>
                <a:ea typeface="Barlow"/>
                <a:cs typeface="Barlow"/>
                <a:sym typeface="Barlow"/>
              </a:rPr>
              <a:t> apresentou uma organização surpreendentemente boa, exigindo pouco esforço para a limpeza dos dados. No entanto, durante a análise, algumas variáveis foram descartadas, tais como Temperature, Fuel_Price, CPI e Unemployment.</a:t>
            </a:r>
            <a:endParaRPr/>
          </a:p>
        </p:txBody>
      </p:sp>
      <p:sp>
        <p:nvSpPr>
          <p:cNvPr id="279" name="Google Shape;279;p21"/>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2"/>
          <p:cNvSpPr txBox="1"/>
          <p:nvPr>
            <p:ph type="ctrTitle"/>
          </p:nvPr>
        </p:nvSpPr>
        <p:spPr>
          <a:xfrm>
            <a:off x="855300" y="1534047"/>
            <a:ext cx="51108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Exploração de Dados:</a:t>
            </a:r>
            <a:endParaRPr/>
          </a:p>
        </p:txBody>
      </p:sp>
      <p:sp>
        <p:nvSpPr>
          <p:cNvPr id="285" name="Google Shape;285;p22"/>
          <p:cNvSpPr txBox="1"/>
          <p:nvPr>
            <p:ph idx="1" type="subTitle"/>
          </p:nvPr>
        </p:nvSpPr>
        <p:spPr>
          <a:xfrm>
            <a:off x="855300" y="2714548"/>
            <a:ext cx="5110800" cy="8523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Avaliando as informações.</a:t>
            </a:r>
            <a:endParaRPr/>
          </a:p>
        </p:txBody>
      </p:sp>
      <p:grpSp>
        <p:nvGrpSpPr>
          <p:cNvPr id="286" name="Google Shape;286;p22"/>
          <p:cNvGrpSpPr/>
          <p:nvPr/>
        </p:nvGrpSpPr>
        <p:grpSpPr>
          <a:xfrm>
            <a:off x="5856212" y="1116671"/>
            <a:ext cx="2538345" cy="2910144"/>
            <a:chOff x="5419407" y="3281869"/>
            <a:chExt cx="743968" cy="852939"/>
          </a:xfrm>
        </p:grpSpPr>
        <p:sp>
          <p:nvSpPr>
            <p:cNvPr id="287" name="Google Shape;287;p22"/>
            <p:cNvSpPr/>
            <p:nvPr/>
          </p:nvSpPr>
          <p:spPr>
            <a:xfrm>
              <a:off x="5419407" y="3621745"/>
              <a:ext cx="657536" cy="466127"/>
            </a:xfrm>
            <a:custGeom>
              <a:rect b="b" l="l" r="r" t="t"/>
              <a:pathLst>
                <a:path extrusionOk="0" h="4661273" w="6575358">
                  <a:moveTo>
                    <a:pt x="821939" y="267047"/>
                  </a:moveTo>
                  <a:cubicBezTo>
                    <a:pt x="148314" y="-318021"/>
                    <a:pt x="53758" y="239450"/>
                    <a:pt x="8896" y="247729"/>
                  </a:cubicBezTo>
                  <a:cubicBezTo>
                    <a:pt x="8896" y="247729"/>
                    <a:pt x="-11120" y="382267"/>
                    <a:pt x="8896" y="872814"/>
                  </a:cubicBezTo>
                  <a:lnTo>
                    <a:pt x="6575358" y="4661273"/>
                  </a:lnTo>
                  <a:lnTo>
                    <a:pt x="6575358" y="1995346"/>
                  </a:lnTo>
                  <a:cubicBezTo>
                    <a:pt x="5828573" y="658933"/>
                    <a:pt x="5334398" y="-274555"/>
                    <a:pt x="4848504" y="156657"/>
                  </a:cubicBezTo>
                  <a:cubicBezTo>
                    <a:pt x="4006473" y="902482"/>
                    <a:pt x="3596501" y="1403378"/>
                    <a:pt x="2595036" y="368469"/>
                  </a:cubicBezTo>
                  <a:cubicBezTo>
                    <a:pt x="2001473" y="-244888"/>
                    <a:pt x="1630841" y="969406"/>
                    <a:pt x="821939" y="267047"/>
                  </a:cubicBezTo>
                  <a:close/>
                </a:path>
              </a:pathLst>
            </a:custGeom>
            <a:gradFill>
              <a:gsLst>
                <a:gs pos="0">
                  <a:srgbClr val="FFFFFF">
                    <a:alpha val="19607"/>
                    <a:alpha val="29800"/>
                  </a:srgbClr>
                </a:gs>
                <a:gs pos="39000">
                  <a:srgbClr val="FFFFFF">
                    <a:alpha val="0"/>
                    <a:alpha val="29800"/>
                  </a:srgbClr>
                </a:gs>
                <a:gs pos="100000">
                  <a:srgbClr val="FFFFFF">
                    <a:alpha val="0"/>
                    <a:alpha val="29800"/>
                  </a:srgbClr>
                </a:gs>
              </a:gsLst>
              <a:lin ang="660013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 name="Google Shape;288;p22"/>
            <p:cNvSpPr/>
            <p:nvPr/>
          </p:nvSpPr>
          <p:spPr>
            <a:xfrm>
              <a:off x="5505839" y="3664023"/>
              <a:ext cx="657536" cy="470785"/>
            </a:xfrm>
            <a:custGeom>
              <a:rect b="b" l="l" r="r" t="t"/>
              <a:pathLst>
                <a:path extrusionOk="0" h="4707850" w="6575357">
                  <a:moveTo>
                    <a:pt x="822629" y="313625"/>
                  </a:moveTo>
                  <a:cubicBezTo>
                    <a:pt x="149004" y="-271443"/>
                    <a:pt x="54448" y="285338"/>
                    <a:pt x="8896" y="294307"/>
                  </a:cubicBezTo>
                  <a:cubicBezTo>
                    <a:pt x="8896" y="294307"/>
                    <a:pt x="-11120" y="428845"/>
                    <a:pt x="8896" y="919392"/>
                  </a:cubicBezTo>
                  <a:lnTo>
                    <a:pt x="6575358" y="4707851"/>
                  </a:lnTo>
                  <a:lnTo>
                    <a:pt x="6575358" y="2041924"/>
                  </a:lnTo>
                  <a:cubicBezTo>
                    <a:pt x="5512466" y="499219"/>
                    <a:pt x="4811924" y="786234"/>
                    <a:pt x="4204557" y="1009085"/>
                  </a:cubicBezTo>
                  <a:cubicBezTo>
                    <a:pt x="3609614" y="1227105"/>
                    <a:pt x="3391514" y="771745"/>
                    <a:pt x="2638518" y="122512"/>
                  </a:cubicBezTo>
                  <a:cubicBezTo>
                    <a:pt x="2019418" y="-411501"/>
                    <a:pt x="1631531" y="1015984"/>
                    <a:pt x="822629" y="313625"/>
                  </a:cubicBezTo>
                  <a:close/>
                </a:path>
              </a:pathLst>
            </a:custGeom>
            <a:gradFill>
              <a:gsLst>
                <a:gs pos="0">
                  <a:srgbClr val="FFFFFF">
                    <a:alpha val="19607"/>
                    <a:alpha val="29800"/>
                  </a:srgbClr>
                </a:gs>
                <a:gs pos="39000">
                  <a:srgbClr val="FFFFFF">
                    <a:alpha val="0"/>
                    <a:alpha val="29800"/>
                  </a:srgbClr>
                </a:gs>
                <a:gs pos="100000">
                  <a:srgbClr val="FFFFFF">
                    <a:alpha val="0"/>
                    <a:alpha val="29800"/>
                  </a:srgbClr>
                </a:gs>
              </a:gsLst>
              <a:lin ang="660013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 name="Google Shape;289;p22"/>
            <p:cNvSpPr/>
            <p:nvPr/>
          </p:nvSpPr>
          <p:spPr>
            <a:xfrm>
              <a:off x="5932557" y="3619063"/>
              <a:ext cx="14356" cy="21562"/>
            </a:xfrm>
            <a:custGeom>
              <a:rect b="b" l="l" r="r" t="t"/>
              <a:pathLst>
                <a:path extrusionOk="0" h="215617" w="143559">
                  <a:moveTo>
                    <a:pt x="143559" y="149060"/>
                  </a:moveTo>
                  <a:cubicBezTo>
                    <a:pt x="143559" y="93865"/>
                    <a:pt x="111120" y="31080"/>
                    <a:pt x="71780" y="8312"/>
                  </a:cubicBezTo>
                  <a:cubicBezTo>
                    <a:pt x="31749" y="-14456"/>
                    <a:pt x="0" y="11072"/>
                    <a:pt x="0" y="66267"/>
                  </a:cubicBezTo>
                  <a:cubicBezTo>
                    <a:pt x="0" y="121463"/>
                    <a:pt x="32439" y="184247"/>
                    <a:pt x="71780" y="207015"/>
                  </a:cubicBezTo>
                  <a:cubicBezTo>
                    <a:pt x="111120" y="230473"/>
                    <a:pt x="143559" y="204255"/>
                    <a:pt x="143559" y="14906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0" name="Google Shape;290;p22"/>
            <p:cNvSpPr/>
            <p:nvPr/>
          </p:nvSpPr>
          <p:spPr>
            <a:xfrm>
              <a:off x="5742144" y="3656207"/>
              <a:ext cx="14908" cy="20998"/>
            </a:xfrm>
            <a:custGeom>
              <a:rect b="b" l="l" r="r" t="t"/>
              <a:pathLst>
                <a:path extrusionOk="0" h="209976" w="149080">
                  <a:moveTo>
                    <a:pt x="149081" y="147765"/>
                  </a:moveTo>
                  <a:cubicBezTo>
                    <a:pt x="149081" y="94639"/>
                    <a:pt x="115952" y="32544"/>
                    <a:pt x="74541" y="9087"/>
                  </a:cubicBezTo>
                  <a:cubicBezTo>
                    <a:pt x="33129" y="-14371"/>
                    <a:pt x="0" y="9087"/>
                    <a:pt x="0" y="62212"/>
                  </a:cubicBezTo>
                  <a:cubicBezTo>
                    <a:pt x="0" y="115337"/>
                    <a:pt x="33129" y="177432"/>
                    <a:pt x="74541" y="200890"/>
                  </a:cubicBezTo>
                  <a:cubicBezTo>
                    <a:pt x="115262" y="224348"/>
                    <a:pt x="149081" y="200890"/>
                    <a:pt x="149081" y="147765"/>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1" name="Google Shape;291;p22"/>
            <p:cNvSpPr/>
            <p:nvPr/>
          </p:nvSpPr>
          <p:spPr>
            <a:xfrm>
              <a:off x="5901039" y="3281869"/>
              <a:ext cx="127409" cy="323789"/>
            </a:xfrm>
            <a:custGeom>
              <a:rect b="b" l="l" r="r" t="t"/>
              <a:pathLst>
                <a:path extrusionOk="0" h="3237886" w="1274089">
                  <a:moveTo>
                    <a:pt x="0" y="0"/>
                  </a:moveTo>
                  <a:lnTo>
                    <a:pt x="1274090" y="734786"/>
                  </a:lnTo>
                  <a:lnTo>
                    <a:pt x="1274090" y="3237887"/>
                  </a:lnTo>
                  <a:lnTo>
                    <a:pt x="0" y="2503101"/>
                  </a:lnTo>
                  <a:lnTo>
                    <a:pt x="0"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2" name="Google Shape;292;p22"/>
            <p:cNvSpPr/>
            <p:nvPr/>
          </p:nvSpPr>
          <p:spPr>
            <a:xfrm>
              <a:off x="5876197" y="3303335"/>
              <a:ext cx="127478" cy="323789"/>
            </a:xfrm>
            <a:custGeom>
              <a:rect b="b" l="l" r="r" t="t"/>
              <a:pathLst>
                <a:path extrusionOk="0" h="3237886" w="1274779">
                  <a:moveTo>
                    <a:pt x="1274780" y="734786"/>
                  </a:moveTo>
                  <a:lnTo>
                    <a:pt x="690" y="0"/>
                  </a:lnTo>
                  <a:lnTo>
                    <a:pt x="0" y="2503101"/>
                  </a:lnTo>
                  <a:lnTo>
                    <a:pt x="550772" y="2820473"/>
                  </a:lnTo>
                  <a:lnTo>
                    <a:pt x="637735" y="2991578"/>
                  </a:lnTo>
                  <a:lnTo>
                    <a:pt x="724009" y="2921205"/>
                  </a:lnTo>
                  <a:lnTo>
                    <a:pt x="1274780" y="3237887"/>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 name="Google Shape;293;p22"/>
            <p:cNvSpPr/>
            <p:nvPr/>
          </p:nvSpPr>
          <p:spPr>
            <a:xfrm>
              <a:off x="5942742" y="3429035"/>
              <a:ext cx="44034" cy="66165"/>
            </a:xfrm>
            <a:custGeom>
              <a:rect b="b" l="l" r="r" t="t"/>
              <a:pathLst>
                <a:path extrusionOk="0" h="661652" w="440340">
                  <a:moveTo>
                    <a:pt x="440341" y="254588"/>
                  </a:moveTo>
                  <a:cubicBezTo>
                    <a:pt x="440341" y="334621"/>
                    <a:pt x="428608" y="407754"/>
                    <a:pt x="406522" y="469159"/>
                  </a:cubicBezTo>
                  <a:cubicBezTo>
                    <a:pt x="384436" y="530564"/>
                    <a:pt x="351997" y="578859"/>
                    <a:pt x="311276" y="611976"/>
                  </a:cubicBezTo>
                  <a:cubicBezTo>
                    <a:pt x="270554" y="645094"/>
                    <a:pt x="221551" y="661652"/>
                    <a:pt x="168406" y="661652"/>
                  </a:cubicBezTo>
                  <a:cubicBezTo>
                    <a:pt x="115262" y="661652"/>
                    <a:pt x="57286" y="644404"/>
                    <a:pt x="0" y="610597"/>
                  </a:cubicBezTo>
                  <a:lnTo>
                    <a:pt x="0" y="0"/>
                  </a:lnTo>
                  <a:lnTo>
                    <a:pt x="440341" y="254588"/>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 name="Google Shape;294;p22"/>
            <p:cNvSpPr/>
            <p:nvPr/>
          </p:nvSpPr>
          <p:spPr>
            <a:xfrm>
              <a:off x="5898768" y="3376677"/>
              <a:ext cx="44103" cy="113633"/>
            </a:xfrm>
            <a:custGeom>
              <a:rect b="b" l="l" r="r" t="t"/>
              <a:pathLst>
                <a:path extrusionOk="0" h="1136330" w="441030">
                  <a:moveTo>
                    <a:pt x="441031" y="1136331"/>
                  </a:moveTo>
                  <a:cubicBezTo>
                    <a:pt x="363730" y="1091484"/>
                    <a:pt x="287809" y="1019731"/>
                    <a:pt x="220861" y="927279"/>
                  </a:cubicBezTo>
                  <a:cubicBezTo>
                    <a:pt x="153912" y="834827"/>
                    <a:pt x="98007" y="725817"/>
                    <a:pt x="59356" y="610597"/>
                  </a:cubicBezTo>
                  <a:cubicBezTo>
                    <a:pt x="20706" y="495377"/>
                    <a:pt x="0" y="378087"/>
                    <a:pt x="0" y="271146"/>
                  </a:cubicBezTo>
                  <a:cubicBezTo>
                    <a:pt x="0" y="164206"/>
                    <a:pt x="20706" y="70374"/>
                    <a:pt x="59356" y="0"/>
                  </a:cubicBezTo>
                  <a:lnTo>
                    <a:pt x="441031" y="525734"/>
                  </a:lnTo>
                  <a:lnTo>
                    <a:pt x="441031" y="1136331"/>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5" name="Google Shape;295;p22"/>
            <p:cNvSpPr/>
            <p:nvPr/>
          </p:nvSpPr>
          <p:spPr>
            <a:xfrm>
              <a:off x="5904618" y="3363123"/>
              <a:ext cx="82271" cy="91555"/>
            </a:xfrm>
            <a:custGeom>
              <a:rect b="b" l="l" r="r" t="t"/>
              <a:pathLst>
                <a:path extrusionOk="0" h="915549" w="822705">
                  <a:moveTo>
                    <a:pt x="822706" y="915550"/>
                  </a:moveTo>
                  <a:cubicBezTo>
                    <a:pt x="822706" y="781012"/>
                    <a:pt x="790957" y="631985"/>
                    <a:pt x="731601" y="491237"/>
                  </a:cubicBezTo>
                  <a:cubicBezTo>
                    <a:pt x="672244" y="350489"/>
                    <a:pt x="589422" y="226300"/>
                    <a:pt x="496246" y="137298"/>
                  </a:cubicBezTo>
                  <a:cubicBezTo>
                    <a:pt x="402380" y="48296"/>
                    <a:pt x="302993" y="0"/>
                    <a:pt x="213268" y="0"/>
                  </a:cubicBezTo>
                  <a:cubicBezTo>
                    <a:pt x="123544" y="0"/>
                    <a:pt x="49003" y="47606"/>
                    <a:pt x="0" y="135918"/>
                  </a:cubicBezTo>
                  <a:lnTo>
                    <a:pt x="381675" y="661652"/>
                  </a:lnTo>
                  <a:lnTo>
                    <a:pt x="822706" y="915550"/>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6" name="Google Shape;296;p22"/>
            <p:cNvSpPr/>
            <p:nvPr/>
          </p:nvSpPr>
          <p:spPr>
            <a:xfrm>
              <a:off x="5892850" y="3492608"/>
              <a:ext cx="77646" cy="54160"/>
            </a:xfrm>
            <a:custGeom>
              <a:rect b="b" l="l" r="r" t="t"/>
              <a:pathLst>
                <a:path extrusionOk="0" h="541602" w="776463">
                  <a:moveTo>
                    <a:pt x="0" y="0"/>
                  </a:moveTo>
                  <a:lnTo>
                    <a:pt x="776463" y="447771"/>
                  </a:lnTo>
                  <a:lnTo>
                    <a:pt x="776463" y="541603"/>
                  </a:lnTo>
                  <a:lnTo>
                    <a:pt x="0" y="9383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 name="Google Shape;297;p22"/>
            <p:cNvSpPr/>
            <p:nvPr/>
          </p:nvSpPr>
          <p:spPr>
            <a:xfrm>
              <a:off x="5892850" y="3510909"/>
              <a:ext cx="94142" cy="63681"/>
            </a:xfrm>
            <a:custGeom>
              <a:rect b="b" l="l" r="r" t="t"/>
              <a:pathLst>
                <a:path extrusionOk="0" h="636814" w="941418">
                  <a:moveTo>
                    <a:pt x="0" y="0"/>
                  </a:moveTo>
                  <a:lnTo>
                    <a:pt x="941419" y="542982"/>
                  </a:lnTo>
                  <a:lnTo>
                    <a:pt x="941419" y="636814"/>
                  </a:lnTo>
                  <a:lnTo>
                    <a:pt x="0" y="9383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 name="Google Shape;298;p22"/>
            <p:cNvSpPr/>
            <p:nvPr/>
          </p:nvSpPr>
          <p:spPr>
            <a:xfrm>
              <a:off x="5892850" y="3529211"/>
              <a:ext cx="61013" cy="44570"/>
            </a:xfrm>
            <a:custGeom>
              <a:rect b="b" l="l" r="r" t="t"/>
              <a:pathLst>
                <a:path extrusionOk="0" h="445701" w="610127">
                  <a:moveTo>
                    <a:pt x="0" y="0"/>
                  </a:moveTo>
                  <a:lnTo>
                    <a:pt x="610128" y="351869"/>
                  </a:lnTo>
                  <a:lnTo>
                    <a:pt x="610128" y="445701"/>
                  </a:lnTo>
                  <a:lnTo>
                    <a:pt x="0" y="9383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 name="Google Shape;299;p22"/>
            <p:cNvSpPr/>
            <p:nvPr/>
          </p:nvSpPr>
          <p:spPr>
            <a:xfrm>
              <a:off x="5710489" y="3319159"/>
              <a:ext cx="127409" cy="323789"/>
            </a:xfrm>
            <a:custGeom>
              <a:rect b="b" l="l" r="r" t="t"/>
              <a:pathLst>
                <a:path extrusionOk="0" h="3237886" w="1274089">
                  <a:moveTo>
                    <a:pt x="0" y="0"/>
                  </a:moveTo>
                  <a:lnTo>
                    <a:pt x="1274090" y="734786"/>
                  </a:lnTo>
                  <a:lnTo>
                    <a:pt x="1274090" y="3237887"/>
                  </a:lnTo>
                  <a:lnTo>
                    <a:pt x="0" y="2503101"/>
                  </a:lnTo>
                  <a:lnTo>
                    <a:pt x="0"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0" name="Google Shape;300;p22"/>
            <p:cNvSpPr/>
            <p:nvPr/>
          </p:nvSpPr>
          <p:spPr>
            <a:xfrm>
              <a:off x="5685991" y="3340763"/>
              <a:ext cx="127478" cy="323789"/>
            </a:xfrm>
            <a:custGeom>
              <a:rect b="b" l="l" r="r" t="t"/>
              <a:pathLst>
                <a:path extrusionOk="0" h="3237886" w="1274779">
                  <a:moveTo>
                    <a:pt x="1274780" y="734786"/>
                  </a:moveTo>
                  <a:lnTo>
                    <a:pt x="690" y="0"/>
                  </a:lnTo>
                  <a:lnTo>
                    <a:pt x="0" y="2503791"/>
                  </a:lnTo>
                  <a:lnTo>
                    <a:pt x="551461" y="2821163"/>
                  </a:lnTo>
                  <a:lnTo>
                    <a:pt x="637735" y="2991578"/>
                  </a:lnTo>
                  <a:lnTo>
                    <a:pt x="724009" y="2921204"/>
                  </a:lnTo>
                  <a:lnTo>
                    <a:pt x="1274780" y="3237887"/>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 name="Google Shape;301;p22"/>
            <p:cNvSpPr/>
            <p:nvPr/>
          </p:nvSpPr>
          <p:spPr>
            <a:xfrm>
              <a:off x="5752466" y="3466532"/>
              <a:ext cx="44103" cy="65613"/>
            </a:xfrm>
            <a:custGeom>
              <a:rect b="b" l="l" r="r" t="t"/>
              <a:pathLst>
                <a:path extrusionOk="0" h="656132" w="441031">
                  <a:moveTo>
                    <a:pt x="441031" y="254588"/>
                  </a:moveTo>
                  <a:cubicBezTo>
                    <a:pt x="441031" y="361528"/>
                    <a:pt x="420326" y="455360"/>
                    <a:pt x="381675" y="525734"/>
                  </a:cubicBezTo>
                  <a:cubicBezTo>
                    <a:pt x="343024" y="596108"/>
                    <a:pt x="287119" y="640954"/>
                    <a:pt x="220171" y="656132"/>
                  </a:cubicBezTo>
                  <a:lnTo>
                    <a:pt x="0" y="0"/>
                  </a:lnTo>
                  <a:lnTo>
                    <a:pt x="441031" y="254588"/>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2" name="Google Shape;302;p22"/>
            <p:cNvSpPr/>
            <p:nvPr/>
          </p:nvSpPr>
          <p:spPr>
            <a:xfrm>
              <a:off x="5721431" y="3466601"/>
              <a:ext cx="53214" cy="66087"/>
            </a:xfrm>
            <a:custGeom>
              <a:rect b="b" l="l" r="r" t="t"/>
              <a:pathLst>
                <a:path extrusionOk="0" h="660871" w="532135">
                  <a:moveTo>
                    <a:pt x="532136" y="655443"/>
                  </a:moveTo>
                  <a:cubicBezTo>
                    <a:pt x="447933" y="674071"/>
                    <a:pt x="350616" y="644404"/>
                    <a:pt x="253990" y="571960"/>
                  </a:cubicBezTo>
                  <a:cubicBezTo>
                    <a:pt x="158053" y="498827"/>
                    <a:pt x="68329" y="386366"/>
                    <a:pt x="0" y="251828"/>
                  </a:cubicBezTo>
                  <a:lnTo>
                    <a:pt x="311966" y="0"/>
                  </a:lnTo>
                  <a:lnTo>
                    <a:pt x="532136" y="655443"/>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 name="Google Shape;303;p22"/>
            <p:cNvSpPr/>
            <p:nvPr/>
          </p:nvSpPr>
          <p:spPr>
            <a:xfrm>
              <a:off x="5708631" y="3400552"/>
              <a:ext cx="88068" cy="91624"/>
            </a:xfrm>
            <a:custGeom>
              <a:rect b="b" l="l" r="r" t="t"/>
              <a:pathLst>
                <a:path extrusionOk="0" h="916239" w="880681">
                  <a:moveTo>
                    <a:pt x="880682" y="916240"/>
                  </a:moveTo>
                  <a:cubicBezTo>
                    <a:pt x="880682" y="815509"/>
                    <a:pt x="862737" y="706498"/>
                    <a:pt x="828918" y="598178"/>
                  </a:cubicBezTo>
                  <a:cubicBezTo>
                    <a:pt x="794408" y="489857"/>
                    <a:pt x="745405" y="385676"/>
                    <a:pt x="685358" y="295294"/>
                  </a:cubicBezTo>
                  <a:cubicBezTo>
                    <a:pt x="625312" y="204912"/>
                    <a:pt x="555603" y="130399"/>
                    <a:pt x="483823" y="78653"/>
                  </a:cubicBezTo>
                  <a:cubicBezTo>
                    <a:pt x="411353" y="26908"/>
                    <a:pt x="338883" y="0"/>
                    <a:pt x="271935" y="0"/>
                  </a:cubicBezTo>
                  <a:cubicBezTo>
                    <a:pt x="204986" y="0"/>
                    <a:pt x="145630" y="26218"/>
                    <a:pt x="100078" y="77273"/>
                  </a:cubicBezTo>
                  <a:cubicBezTo>
                    <a:pt x="53835" y="128329"/>
                    <a:pt x="22776" y="202152"/>
                    <a:pt x="8282" y="292534"/>
                  </a:cubicBezTo>
                  <a:cubicBezTo>
                    <a:pt x="-5522" y="382917"/>
                    <a:pt x="-2071" y="486407"/>
                    <a:pt x="18635" y="594728"/>
                  </a:cubicBezTo>
                  <a:cubicBezTo>
                    <a:pt x="39341" y="703049"/>
                    <a:pt x="77301" y="812059"/>
                    <a:pt x="129065" y="912790"/>
                  </a:cubicBezTo>
                  <a:lnTo>
                    <a:pt x="441031" y="660962"/>
                  </a:lnTo>
                  <a:lnTo>
                    <a:pt x="880682" y="91624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22"/>
            <p:cNvSpPr/>
            <p:nvPr/>
          </p:nvSpPr>
          <p:spPr>
            <a:xfrm>
              <a:off x="5702644" y="3530105"/>
              <a:ext cx="88137" cy="60232"/>
            </a:xfrm>
            <a:custGeom>
              <a:rect b="b" l="l" r="r" t="t"/>
              <a:pathLst>
                <a:path extrusionOk="0" h="602317" w="881371">
                  <a:moveTo>
                    <a:pt x="0" y="0"/>
                  </a:moveTo>
                  <a:lnTo>
                    <a:pt x="881372" y="508485"/>
                  </a:lnTo>
                  <a:lnTo>
                    <a:pt x="881372" y="602317"/>
                  </a:lnTo>
                  <a:lnTo>
                    <a:pt x="0" y="9383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22"/>
            <p:cNvSpPr/>
            <p:nvPr/>
          </p:nvSpPr>
          <p:spPr>
            <a:xfrm>
              <a:off x="5702644" y="3548338"/>
              <a:ext cx="91519" cy="62232"/>
            </a:xfrm>
            <a:custGeom>
              <a:rect b="b" l="l" r="r" t="t"/>
              <a:pathLst>
                <a:path extrusionOk="0" h="622325" w="915191">
                  <a:moveTo>
                    <a:pt x="0" y="0"/>
                  </a:moveTo>
                  <a:lnTo>
                    <a:pt x="915191" y="528494"/>
                  </a:lnTo>
                  <a:lnTo>
                    <a:pt x="915191" y="622325"/>
                  </a:lnTo>
                  <a:lnTo>
                    <a:pt x="0" y="9383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 name="Google Shape;306;p22"/>
            <p:cNvSpPr/>
            <p:nvPr/>
          </p:nvSpPr>
          <p:spPr>
            <a:xfrm>
              <a:off x="5702644" y="3566639"/>
              <a:ext cx="61013" cy="44570"/>
            </a:xfrm>
            <a:custGeom>
              <a:rect b="b" l="l" r="r" t="t"/>
              <a:pathLst>
                <a:path extrusionOk="0" h="445700" w="610127">
                  <a:moveTo>
                    <a:pt x="0" y="0"/>
                  </a:moveTo>
                  <a:lnTo>
                    <a:pt x="610127" y="351869"/>
                  </a:lnTo>
                  <a:lnTo>
                    <a:pt x="610127" y="445701"/>
                  </a:lnTo>
                  <a:lnTo>
                    <a:pt x="0" y="9383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23"/>
          <p:cNvPicPr preferRelativeResize="0"/>
          <p:nvPr/>
        </p:nvPicPr>
        <p:blipFill>
          <a:blip r:embed="rId3">
            <a:alphaModFix/>
          </a:blip>
          <a:stretch>
            <a:fillRect/>
          </a:stretch>
        </p:blipFill>
        <p:spPr>
          <a:xfrm>
            <a:off x="0" y="-215566"/>
            <a:ext cx="9144003" cy="4813103"/>
          </a:xfrm>
          <a:prstGeom prst="rect">
            <a:avLst/>
          </a:prstGeom>
          <a:noFill/>
          <a:ln>
            <a:noFill/>
          </a:ln>
        </p:spPr>
      </p:pic>
      <p:sp>
        <p:nvSpPr>
          <p:cNvPr id="312" name="Google Shape;312;p23"/>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Faturamento total, por loja</a:t>
            </a:r>
            <a:r>
              <a:rPr lang="en"/>
              <a:t>.</a:t>
            </a:r>
            <a:endParaRPr/>
          </a:p>
        </p:txBody>
      </p:sp>
      <p:sp>
        <p:nvSpPr>
          <p:cNvPr id="313" name="Google Shape;313;p23"/>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24"/>
          <p:cNvPicPr preferRelativeResize="0"/>
          <p:nvPr/>
        </p:nvPicPr>
        <p:blipFill>
          <a:blip r:embed="rId3">
            <a:alphaModFix/>
          </a:blip>
          <a:stretch>
            <a:fillRect/>
          </a:stretch>
        </p:blipFill>
        <p:spPr>
          <a:xfrm>
            <a:off x="0" y="-215566"/>
            <a:ext cx="9144003" cy="4813103"/>
          </a:xfrm>
          <a:prstGeom prst="rect">
            <a:avLst/>
          </a:prstGeom>
          <a:noFill/>
          <a:ln>
            <a:noFill/>
          </a:ln>
        </p:spPr>
      </p:pic>
      <p:sp>
        <p:nvSpPr>
          <p:cNvPr id="319" name="Google Shape;319;p24"/>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M</a:t>
            </a:r>
            <a:r>
              <a:rPr lang="en"/>
              <a:t>édia de vendas semanais</a:t>
            </a:r>
            <a:r>
              <a:rPr lang="en"/>
              <a:t>, por loja.</a:t>
            </a:r>
            <a:endParaRPr/>
          </a:p>
        </p:txBody>
      </p:sp>
      <p:sp>
        <p:nvSpPr>
          <p:cNvPr id="320" name="Google Shape;320;p24"/>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V</a:t>
            </a:r>
            <a:r>
              <a:rPr lang="en"/>
              <a:t>enda nos feriados</a:t>
            </a:r>
            <a:r>
              <a:rPr lang="en"/>
              <a:t>, por loja.</a:t>
            </a:r>
            <a:endParaRPr/>
          </a:p>
        </p:txBody>
      </p:sp>
      <p:sp>
        <p:nvSpPr>
          <p:cNvPr id="326" name="Google Shape;326;p25"/>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327" name="Google Shape;327;p25"/>
          <p:cNvPicPr preferRelativeResize="0"/>
          <p:nvPr/>
        </p:nvPicPr>
        <p:blipFill>
          <a:blip r:embed="rId3">
            <a:alphaModFix/>
          </a:blip>
          <a:stretch>
            <a:fillRect/>
          </a:stretch>
        </p:blipFill>
        <p:spPr>
          <a:xfrm>
            <a:off x="0" y="-215797"/>
            <a:ext cx="9144003" cy="48130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type="title"/>
          </p:nvPr>
        </p:nvSpPr>
        <p:spPr>
          <a:xfrm>
            <a:off x="855300" y="836000"/>
            <a:ext cx="70005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Aqui temos 3 tipos de </a:t>
            </a:r>
            <a:r>
              <a:rPr lang="en"/>
              <a:t>lojas:</a:t>
            </a:r>
            <a:r>
              <a:rPr lang="en"/>
              <a:t> a </a:t>
            </a:r>
            <a:r>
              <a:rPr lang="en"/>
              <a:t>boa, a média</a:t>
            </a:r>
            <a:r>
              <a:rPr lang="en"/>
              <a:t> e a ruim. </a:t>
            </a:r>
            <a:endParaRPr/>
          </a:p>
        </p:txBody>
      </p:sp>
      <p:graphicFrame>
        <p:nvGraphicFramePr>
          <p:cNvPr id="333" name="Google Shape;333;p26"/>
          <p:cNvGraphicFramePr/>
          <p:nvPr/>
        </p:nvGraphicFramePr>
        <p:xfrm>
          <a:off x="855300" y="1564481"/>
          <a:ext cx="3000000" cy="3000000"/>
        </p:xfrm>
        <a:graphic>
          <a:graphicData uri="http://schemas.openxmlformats.org/drawingml/2006/table">
            <a:tbl>
              <a:tblPr>
                <a:noFill/>
                <a:tableStyleId>{6BE77858-A168-4578-8C9C-639F18580A7F}</a:tableStyleId>
              </a:tblPr>
              <a:tblGrid>
                <a:gridCol w="1858350"/>
                <a:gridCol w="1858350"/>
                <a:gridCol w="1858350"/>
                <a:gridCol w="1858350"/>
              </a:tblGrid>
              <a:tr h="708100">
                <a:tc>
                  <a:txBody>
                    <a:bodyPr/>
                    <a:lstStyle/>
                    <a:p>
                      <a:pPr indent="0" lvl="0" marL="0" rtl="0" algn="ctr">
                        <a:spcBef>
                          <a:spcPts val="0"/>
                        </a:spcBef>
                        <a:spcAft>
                          <a:spcPts val="0"/>
                        </a:spcAft>
                        <a:buNone/>
                      </a:pPr>
                      <a:r>
                        <a:rPr lang="en">
                          <a:solidFill>
                            <a:schemeClr val="accent2"/>
                          </a:solidFill>
                          <a:latin typeface="Barlow Light"/>
                          <a:ea typeface="Barlow Light"/>
                          <a:cs typeface="Barlow Light"/>
                          <a:sym typeface="Barlow Light"/>
                        </a:rPr>
                        <a:t>Lojas</a:t>
                      </a:r>
                      <a:endParaRPr>
                        <a:solidFill>
                          <a:schemeClr val="accent2"/>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accent2"/>
                          </a:solidFill>
                          <a:latin typeface="Barlow Light"/>
                          <a:ea typeface="Barlow Light"/>
                          <a:cs typeface="Barlow Light"/>
                          <a:sym typeface="Barlow Light"/>
                        </a:rPr>
                        <a:t>Faturamento Total</a:t>
                      </a:r>
                      <a:endParaRPr sz="1100">
                        <a:solidFill>
                          <a:schemeClr val="accent2"/>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c>
                  <a:txBody>
                    <a:bodyPr/>
                    <a:lstStyle/>
                    <a:p>
                      <a:pPr indent="0" lvl="0" marL="0" rtl="0" algn="ctr">
                        <a:spcBef>
                          <a:spcPts val="0"/>
                        </a:spcBef>
                        <a:spcAft>
                          <a:spcPts val="0"/>
                        </a:spcAft>
                        <a:buNone/>
                      </a:pPr>
                      <a:r>
                        <a:rPr lang="en" sz="1100">
                          <a:solidFill>
                            <a:schemeClr val="accent2"/>
                          </a:solidFill>
                          <a:latin typeface="Barlow Light"/>
                          <a:ea typeface="Barlow Light"/>
                          <a:cs typeface="Barlow Light"/>
                          <a:sym typeface="Barlow Light"/>
                        </a:rPr>
                        <a:t>Vendas Totais Nos Feriados</a:t>
                      </a:r>
                      <a:endParaRPr sz="1100">
                        <a:solidFill>
                          <a:schemeClr val="accent2"/>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accent2"/>
                          </a:solidFill>
                          <a:latin typeface="Barlow Light"/>
                          <a:ea typeface="Barlow Light"/>
                          <a:cs typeface="Barlow Light"/>
                          <a:sym typeface="Barlow Light"/>
                        </a:rPr>
                        <a:t>Média Total De Vendas Por Semana</a:t>
                      </a:r>
                      <a:endParaRPr sz="1100">
                        <a:solidFill>
                          <a:schemeClr val="accent2"/>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708100">
                <a:tc>
                  <a:txBody>
                    <a:bodyPr/>
                    <a:lstStyle/>
                    <a:p>
                      <a:pPr indent="0" lvl="0" marL="0" rtl="0" algn="ctr">
                        <a:spcBef>
                          <a:spcPts val="0"/>
                        </a:spcBef>
                        <a:spcAft>
                          <a:spcPts val="0"/>
                        </a:spcAft>
                        <a:buNone/>
                      </a:pPr>
                      <a:r>
                        <a:rPr lang="en" sz="1100">
                          <a:solidFill>
                            <a:schemeClr val="accent2"/>
                          </a:solidFill>
                          <a:latin typeface="Barlow Light"/>
                          <a:ea typeface="Barlow Light"/>
                          <a:cs typeface="Barlow Light"/>
                          <a:sym typeface="Barlow Light"/>
                        </a:rPr>
                        <a:t>20</a:t>
                      </a:r>
                      <a:endParaRPr sz="1100">
                        <a:solidFill>
                          <a:schemeClr val="accent2"/>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rgbClr val="F8F8F2"/>
                          </a:solidFill>
                        </a:rPr>
                        <a:t>R$ 301.397.792</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c>
                  <a:txBody>
                    <a:bodyPr/>
                    <a:lstStyle/>
                    <a:p>
                      <a:pPr indent="0" lvl="0" marL="0" rtl="0" algn="ctr">
                        <a:spcBef>
                          <a:spcPts val="0"/>
                        </a:spcBef>
                        <a:spcAft>
                          <a:spcPts val="0"/>
                        </a:spcAft>
                        <a:buNone/>
                      </a:pPr>
                      <a:r>
                        <a:rPr lang="en" sz="1500">
                          <a:solidFill>
                            <a:srgbClr val="F8F8F2"/>
                          </a:solidFill>
                        </a:rPr>
                        <a:t>R$ 22.490.350</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rgbClr val="F8F8F2"/>
                          </a:solidFill>
                        </a:rPr>
                        <a:t>R$ 2.058.998</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708100">
                <a:tc>
                  <a:txBody>
                    <a:bodyPr/>
                    <a:lstStyle/>
                    <a:p>
                      <a:pPr indent="0" lvl="0" marL="0" rtl="0" algn="ctr">
                        <a:spcBef>
                          <a:spcPts val="0"/>
                        </a:spcBef>
                        <a:spcAft>
                          <a:spcPts val="0"/>
                        </a:spcAft>
                        <a:buNone/>
                      </a:pPr>
                      <a:r>
                        <a:rPr lang="en" sz="1100">
                          <a:solidFill>
                            <a:schemeClr val="accent2"/>
                          </a:solidFill>
                          <a:latin typeface="Barlow Light"/>
                          <a:ea typeface="Barlow Light"/>
                          <a:cs typeface="Barlow Light"/>
                          <a:sym typeface="Barlow Light"/>
                        </a:rPr>
                        <a:t>34</a:t>
                      </a:r>
                      <a:endParaRPr sz="1100">
                        <a:solidFill>
                          <a:schemeClr val="accent2"/>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rgbClr val="F8F8F2"/>
                          </a:solidFill>
                        </a:rPr>
                        <a:t>R$ </a:t>
                      </a:r>
                      <a:r>
                        <a:rPr lang="en" sz="1500">
                          <a:solidFill>
                            <a:srgbClr val="F8F8F2"/>
                          </a:solidFill>
                        </a:rPr>
                        <a:t>138.249.763</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c>
                  <a:txBody>
                    <a:bodyPr/>
                    <a:lstStyle/>
                    <a:p>
                      <a:pPr indent="0" lvl="0" marL="0" rtl="0" algn="ctr">
                        <a:spcBef>
                          <a:spcPts val="0"/>
                        </a:spcBef>
                        <a:spcAft>
                          <a:spcPts val="0"/>
                        </a:spcAft>
                        <a:buNone/>
                      </a:pPr>
                      <a:r>
                        <a:rPr lang="en" sz="1500">
                          <a:solidFill>
                            <a:srgbClr val="F8F8F2"/>
                          </a:solidFill>
                        </a:rPr>
                        <a:t>R$ 10.419.780</a:t>
                      </a:r>
                      <a:r>
                        <a:rPr b="1" lang="en" sz="1800">
                          <a:solidFill>
                            <a:schemeClr val="dk1"/>
                          </a:solidFill>
                          <a:latin typeface="Barlow"/>
                          <a:ea typeface="Barlow"/>
                          <a:cs typeface="Barlow"/>
                          <a:sym typeface="Barlow"/>
                        </a:rPr>
                        <a:t>	</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rgbClr val="F8F8F2"/>
                          </a:solidFill>
                        </a:rPr>
                        <a:t>R$ 966.781</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708100">
                <a:tc>
                  <a:txBody>
                    <a:bodyPr/>
                    <a:lstStyle/>
                    <a:p>
                      <a:pPr indent="0" lvl="0" marL="0" rtl="0" algn="ctr">
                        <a:spcBef>
                          <a:spcPts val="0"/>
                        </a:spcBef>
                        <a:spcAft>
                          <a:spcPts val="0"/>
                        </a:spcAft>
                        <a:buNone/>
                      </a:pPr>
                      <a:r>
                        <a:rPr lang="en" sz="1100">
                          <a:solidFill>
                            <a:schemeClr val="accent2"/>
                          </a:solidFill>
                          <a:latin typeface="Barlow Light"/>
                          <a:ea typeface="Barlow Light"/>
                          <a:cs typeface="Barlow Light"/>
                          <a:sym typeface="Barlow Light"/>
                        </a:rPr>
                        <a:t>33</a:t>
                      </a:r>
                      <a:endParaRPr sz="1100">
                        <a:solidFill>
                          <a:schemeClr val="accent2"/>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rgbClr val="F8F8F2"/>
                          </a:solidFill>
                        </a:rPr>
                        <a:t>R$ 37.160.221</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38100">
                      <a:solidFill>
                        <a:schemeClr val="accent1"/>
                      </a:solidFill>
                      <a:prstDash val="solid"/>
                      <a:round/>
                      <a:headEnd len="sm" w="sm" type="none"/>
                      <a:tailEnd len="sm" w="sm" type="none"/>
                    </a:lnB>
                    <a:solidFill>
                      <a:srgbClr val="FFFFFF">
                        <a:alpha val="9800"/>
                      </a:srgbClr>
                    </a:solidFill>
                  </a:tcPr>
                </a:tc>
                <a:tc>
                  <a:txBody>
                    <a:bodyPr/>
                    <a:lstStyle/>
                    <a:p>
                      <a:pPr indent="0" lvl="0" marL="0" rtl="0" algn="ctr">
                        <a:spcBef>
                          <a:spcPts val="0"/>
                        </a:spcBef>
                        <a:spcAft>
                          <a:spcPts val="0"/>
                        </a:spcAft>
                        <a:buNone/>
                      </a:pPr>
                      <a:r>
                        <a:rPr lang="en" sz="1500">
                          <a:solidFill>
                            <a:srgbClr val="F8F8F2"/>
                          </a:solidFill>
                        </a:rPr>
                        <a:t>R$ </a:t>
                      </a:r>
                      <a:r>
                        <a:rPr lang="en" sz="1500">
                          <a:solidFill>
                            <a:srgbClr val="F8F8F2"/>
                          </a:solidFill>
                        </a:rPr>
                        <a:t>2.625.945</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rgbClr val="F8F8F2"/>
                          </a:solidFill>
                        </a:rPr>
                        <a:t>R$ </a:t>
                      </a:r>
                      <a:r>
                        <a:rPr lang="en" sz="1500">
                          <a:solidFill>
                            <a:srgbClr val="F8F8F2"/>
                          </a:solidFill>
                        </a:rPr>
                        <a:t>259.861</a:t>
                      </a:r>
                      <a:endParaRPr b="1" sz="1800">
                        <a:solidFill>
                          <a:schemeClr val="dk1"/>
                        </a:solidFill>
                        <a:latin typeface="Barlow"/>
                        <a:ea typeface="Barlow"/>
                        <a:cs typeface="Barlow"/>
                        <a:sym typeface="Barlow"/>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38100">
                      <a:solidFill>
                        <a:schemeClr val="accent1"/>
                      </a:solidFill>
                      <a:prstDash val="solid"/>
                      <a:round/>
                      <a:headEnd len="sm" w="sm" type="none"/>
                      <a:tailEnd len="sm" w="sm" type="none"/>
                    </a:lnB>
                    <a:solidFill>
                      <a:srgbClr val="FFFFFF">
                        <a:alpha val="9800"/>
                      </a:srgbClr>
                    </a:solidFill>
                  </a:tcPr>
                </a:tc>
              </a:tr>
            </a:tbl>
          </a:graphicData>
        </a:graphic>
      </p:graphicFrame>
      <p:sp>
        <p:nvSpPr>
          <p:cNvPr id="334" name="Google Shape;334;p26"/>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7"/>
          <p:cNvSpPr txBox="1"/>
          <p:nvPr>
            <p:ph type="ctrTitle"/>
          </p:nvPr>
        </p:nvSpPr>
        <p:spPr>
          <a:xfrm>
            <a:off x="855300" y="1534047"/>
            <a:ext cx="51108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Loja 20:</a:t>
            </a:r>
            <a:endParaRPr/>
          </a:p>
        </p:txBody>
      </p:sp>
      <p:sp>
        <p:nvSpPr>
          <p:cNvPr id="340" name="Google Shape;340;p27"/>
          <p:cNvSpPr txBox="1"/>
          <p:nvPr>
            <p:ph idx="1" type="subTitle"/>
          </p:nvPr>
        </p:nvSpPr>
        <p:spPr>
          <a:xfrm>
            <a:off x="855300" y="2714552"/>
            <a:ext cx="5110800" cy="428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Analisando</a:t>
            </a:r>
            <a:r>
              <a:rPr lang="en"/>
              <a:t> </a:t>
            </a:r>
            <a:r>
              <a:rPr lang="en"/>
              <a:t>mais a fundo</a:t>
            </a:r>
            <a:r>
              <a:rPr lang="en"/>
              <a:t> a loja 20.</a:t>
            </a:r>
            <a:endParaRPr/>
          </a:p>
        </p:txBody>
      </p:sp>
      <p:grpSp>
        <p:nvGrpSpPr>
          <p:cNvPr id="341" name="Google Shape;341;p27"/>
          <p:cNvGrpSpPr/>
          <p:nvPr/>
        </p:nvGrpSpPr>
        <p:grpSpPr>
          <a:xfrm>
            <a:off x="5666057" y="1129221"/>
            <a:ext cx="3063626" cy="2885062"/>
            <a:chOff x="5666057" y="1129221"/>
            <a:chExt cx="3063626" cy="2885062"/>
          </a:xfrm>
        </p:grpSpPr>
        <p:sp>
          <p:nvSpPr>
            <p:cNvPr id="342" name="Google Shape;342;p27"/>
            <p:cNvSpPr/>
            <p:nvPr/>
          </p:nvSpPr>
          <p:spPr>
            <a:xfrm>
              <a:off x="6277435" y="1466157"/>
              <a:ext cx="753978" cy="813530"/>
            </a:xfrm>
            <a:custGeom>
              <a:rect b="b" l="l" r="r" t="t"/>
              <a:pathLst>
                <a:path extrusionOk="0" h="1925515" w="1784563">
                  <a:moveTo>
                    <a:pt x="1784564" y="1004796"/>
                  </a:moveTo>
                  <a:lnTo>
                    <a:pt x="8243" y="0"/>
                  </a:lnTo>
                  <a:lnTo>
                    <a:pt x="0" y="920719"/>
                  </a:lnTo>
                  <a:lnTo>
                    <a:pt x="1776321" y="1925515"/>
                  </a:lnTo>
                  <a:lnTo>
                    <a:pt x="1784564" y="1004796"/>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3" name="Google Shape;343;p27"/>
            <p:cNvSpPr/>
            <p:nvPr/>
          </p:nvSpPr>
          <p:spPr>
            <a:xfrm>
              <a:off x="6470830" y="1667556"/>
              <a:ext cx="226019" cy="174477"/>
            </a:xfrm>
            <a:custGeom>
              <a:rect b="b" l="l" r="r" t="t"/>
              <a:pathLst>
                <a:path extrusionOk="0" h="412963" w="534957">
                  <a:moveTo>
                    <a:pt x="824" y="0"/>
                  </a:moveTo>
                  <a:lnTo>
                    <a:pt x="534957" y="302510"/>
                  </a:lnTo>
                  <a:lnTo>
                    <a:pt x="534133" y="412964"/>
                  </a:lnTo>
                  <a:lnTo>
                    <a:pt x="0" y="110453"/>
                  </a:lnTo>
                  <a:lnTo>
                    <a:pt x="824"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4" name="Google Shape;344;p27"/>
            <p:cNvSpPr/>
            <p:nvPr/>
          </p:nvSpPr>
          <p:spPr>
            <a:xfrm>
              <a:off x="6470137" y="1760803"/>
              <a:ext cx="480944" cy="319352"/>
            </a:xfrm>
            <a:custGeom>
              <a:rect b="b" l="l" r="r" t="t"/>
              <a:pathLst>
                <a:path extrusionOk="0" h="755863" w="1138329">
                  <a:moveTo>
                    <a:pt x="824" y="0"/>
                  </a:moveTo>
                  <a:lnTo>
                    <a:pt x="1138329" y="643762"/>
                  </a:lnTo>
                  <a:lnTo>
                    <a:pt x="1137505" y="755864"/>
                  </a:lnTo>
                  <a:lnTo>
                    <a:pt x="0" y="112102"/>
                  </a:lnTo>
                  <a:lnTo>
                    <a:pt x="824"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5" name="Google Shape;345;p27"/>
            <p:cNvSpPr/>
            <p:nvPr/>
          </p:nvSpPr>
          <p:spPr>
            <a:xfrm>
              <a:off x="6346401" y="1595026"/>
              <a:ext cx="85332" cy="125885"/>
            </a:xfrm>
            <a:custGeom>
              <a:rect b="b" l="l" r="r" t="t"/>
              <a:pathLst>
                <a:path extrusionOk="0" h="297952" w="201970">
                  <a:moveTo>
                    <a:pt x="201960" y="206264"/>
                  </a:moveTo>
                  <a:cubicBezTo>
                    <a:pt x="201135" y="282097"/>
                    <a:pt x="155800" y="318366"/>
                    <a:pt x="99749" y="286219"/>
                  </a:cubicBezTo>
                  <a:cubicBezTo>
                    <a:pt x="43698" y="254896"/>
                    <a:pt x="-813" y="167523"/>
                    <a:pt x="11" y="91689"/>
                  </a:cubicBezTo>
                  <a:cubicBezTo>
                    <a:pt x="835" y="15855"/>
                    <a:pt x="46171" y="-20413"/>
                    <a:pt x="102222" y="11734"/>
                  </a:cubicBezTo>
                  <a:cubicBezTo>
                    <a:pt x="158273" y="43056"/>
                    <a:pt x="202784" y="130430"/>
                    <a:pt x="201960" y="206264"/>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6" name="Google Shape;346;p27"/>
            <p:cNvSpPr/>
            <p:nvPr/>
          </p:nvSpPr>
          <p:spPr>
            <a:xfrm>
              <a:off x="7976053" y="3200753"/>
              <a:ext cx="753630" cy="813530"/>
            </a:xfrm>
            <a:custGeom>
              <a:rect b="b" l="l" r="r" t="t"/>
              <a:pathLst>
                <a:path extrusionOk="0" h="1925515" w="1783739">
                  <a:moveTo>
                    <a:pt x="1783740" y="1004796"/>
                  </a:moveTo>
                  <a:lnTo>
                    <a:pt x="8243" y="0"/>
                  </a:lnTo>
                  <a:lnTo>
                    <a:pt x="0" y="920719"/>
                  </a:lnTo>
                  <a:lnTo>
                    <a:pt x="1776321" y="1925515"/>
                  </a:lnTo>
                  <a:lnTo>
                    <a:pt x="1783740" y="1004796"/>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7" name="Google Shape;347;p27"/>
            <p:cNvSpPr/>
            <p:nvPr/>
          </p:nvSpPr>
          <p:spPr>
            <a:xfrm>
              <a:off x="8169449" y="3402152"/>
              <a:ext cx="226019" cy="174477"/>
            </a:xfrm>
            <a:custGeom>
              <a:rect b="b" l="l" r="r" t="t"/>
              <a:pathLst>
                <a:path extrusionOk="0" h="412963" w="534957">
                  <a:moveTo>
                    <a:pt x="825" y="0"/>
                  </a:moveTo>
                  <a:lnTo>
                    <a:pt x="534957" y="302510"/>
                  </a:lnTo>
                  <a:lnTo>
                    <a:pt x="534133" y="412964"/>
                  </a:lnTo>
                  <a:lnTo>
                    <a:pt x="0" y="110454"/>
                  </a:lnTo>
                  <a:lnTo>
                    <a:pt x="825"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 name="Google Shape;348;p27"/>
            <p:cNvSpPr/>
            <p:nvPr/>
          </p:nvSpPr>
          <p:spPr>
            <a:xfrm>
              <a:off x="8168755" y="3495399"/>
              <a:ext cx="480944" cy="319352"/>
            </a:xfrm>
            <a:custGeom>
              <a:rect b="b" l="l" r="r" t="t"/>
              <a:pathLst>
                <a:path extrusionOk="0" h="755863" w="1138329">
                  <a:moveTo>
                    <a:pt x="825" y="0"/>
                  </a:moveTo>
                  <a:lnTo>
                    <a:pt x="1138329" y="643762"/>
                  </a:lnTo>
                  <a:lnTo>
                    <a:pt x="1137505" y="755863"/>
                  </a:lnTo>
                  <a:lnTo>
                    <a:pt x="0" y="112102"/>
                  </a:lnTo>
                  <a:lnTo>
                    <a:pt x="825"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9" name="Google Shape;349;p27"/>
            <p:cNvSpPr/>
            <p:nvPr/>
          </p:nvSpPr>
          <p:spPr>
            <a:xfrm>
              <a:off x="8045020" y="3329622"/>
              <a:ext cx="85332" cy="125885"/>
            </a:xfrm>
            <a:custGeom>
              <a:rect b="b" l="l" r="r" t="t"/>
              <a:pathLst>
                <a:path extrusionOk="0" h="297952" w="201970">
                  <a:moveTo>
                    <a:pt x="201960" y="206264"/>
                  </a:moveTo>
                  <a:cubicBezTo>
                    <a:pt x="201135" y="282097"/>
                    <a:pt x="155800" y="318366"/>
                    <a:pt x="99749" y="286219"/>
                  </a:cubicBezTo>
                  <a:cubicBezTo>
                    <a:pt x="43698" y="254896"/>
                    <a:pt x="-813" y="167523"/>
                    <a:pt x="11" y="91689"/>
                  </a:cubicBezTo>
                  <a:cubicBezTo>
                    <a:pt x="835" y="15855"/>
                    <a:pt x="46171" y="-20413"/>
                    <a:pt x="102222" y="11734"/>
                  </a:cubicBezTo>
                  <a:cubicBezTo>
                    <a:pt x="158272" y="43056"/>
                    <a:pt x="202784" y="130430"/>
                    <a:pt x="201960" y="206264"/>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0" name="Google Shape;350;p27"/>
            <p:cNvSpPr/>
            <p:nvPr/>
          </p:nvSpPr>
          <p:spPr>
            <a:xfrm>
              <a:off x="7260006" y="1129221"/>
              <a:ext cx="1190345" cy="1989945"/>
            </a:xfrm>
            <a:custGeom>
              <a:rect b="b" l="l" r="r" t="t"/>
              <a:pathLst>
                <a:path extrusionOk="0" h="4709929" w="2817385">
                  <a:moveTo>
                    <a:pt x="1415287" y="36268"/>
                  </a:moveTo>
                  <a:cubicBezTo>
                    <a:pt x="1080630" y="101386"/>
                    <a:pt x="328063" y="185463"/>
                    <a:pt x="0" y="0"/>
                  </a:cubicBezTo>
                  <a:cubicBezTo>
                    <a:pt x="2473" y="1312252"/>
                    <a:pt x="323942" y="3174298"/>
                    <a:pt x="1374897" y="4709930"/>
                  </a:cubicBezTo>
                  <a:cubicBezTo>
                    <a:pt x="2442338" y="4372799"/>
                    <a:pt x="2792657" y="2891570"/>
                    <a:pt x="2817385" y="1594980"/>
                  </a:cubicBezTo>
                  <a:cubicBezTo>
                    <a:pt x="2489322" y="1408693"/>
                    <a:pt x="1745823" y="478082"/>
                    <a:pt x="1415287" y="36268"/>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1" name="Google Shape;351;p27"/>
            <p:cNvSpPr/>
            <p:nvPr/>
          </p:nvSpPr>
          <p:spPr>
            <a:xfrm>
              <a:off x="7088100" y="1243613"/>
              <a:ext cx="1190345" cy="1989945"/>
            </a:xfrm>
            <a:custGeom>
              <a:rect b="b" l="l" r="r" t="t"/>
              <a:pathLst>
                <a:path extrusionOk="0" h="4709929" w="2817384">
                  <a:moveTo>
                    <a:pt x="1415287" y="36268"/>
                  </a:moveTo>
                  <a:cubicBezTo>
                    <a:pt x="1080630" y="101386"/>
                    <a:pt x="328063" y="185463"/>
                    <a:pt x="0" y="0"/>
                  </a:cubicBezTo>
                  <a:cubicBezTo>
                    <a:pt x="2473" y="1312252"/>
                    <a:pt x="323942" y="3174298"/>
                    <a:pt x="1374897" y="4709930"/>
                  </a:cubicBezTo>
                  <a:cubicBezTo>
                    <a:pt x="2442338" y="4372799"/>
                    <a:pt x="2792657" y="2890746"/>
                    <a:pt x="2817385" y="1594980"/>
                  </a:cubicBezTo>
                  <a:cubicBezTo>
                    <a:pt x="2489322" y="1408693"/>
                    <a:pt x="1745823" y="478082"/>
                    <a:pt x="1415287" y="36268"/>
                  </a:cubicBez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2" name="Google Shape;352;p27"/>
            <p:cNvSpPr/>
            <p:nvPr/>
          </p:nvSpPr>
          <p:spPr>
            <a:xfrm>
              <a:off x="7666552" y="1258866"/>
              <a:ext cx="609451" cy="1974273"/>
            </a:xfrm>
            <a:custGeom>
              <a:rect b="b" l="l" r="r" t="t"/>
              <a:pathLst>
                <a:path extrusionOk="0" h="4672836" w="1442487">
                  <a:moveTo>
                    <a:pt x="1442488" y="1557887"/>
                  </a:moveTo>
                  <a:cubicBezTo>
                    <a:pt x="1113601" y="1371600"/>
                    <a:pt x="370925" y="441813"/>
                    <a:pt x="40389" y="0"/>
                  </a:cubicBezTo>
                  <a:lnTo>
                    <a:pt x="0" y="4672837"/>
                  </a:lnTo>
                  <a:cubicBezTo>
                    <a:pt x="1066617" y="4336531"/>
                    <a:pt x="1416935" y="2854478"/>
                    <a:pt x="1442488" y="1557887"/>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3" name="Google Shape;353;p27"/>
            <p:cNvSpPr/>
            <p:nvPr/>
          </p:nvSpPr>
          <p:spPr>
            <a:xfrm>
              <a:off x="6932829" y="2301564"/>
              <a:ext cx="699301" cy="1668851"/>
            </a:xfrm>
            <a:custGeom>
              <a:rect b="b" l="l" r="r" t="t"/>
              <a:pathLst>
                <a:path extrusionOk="0" h="3949944" w="1655151">
                  <a:moveTo>
                    <a:pt x="0" y="0"/>
                  </a:moveTo>
                  <a:lnTo>
                    <a:pt x="1654328" y="910828"/>
                  </a:lnTo>
                  <a:lnTo>
                    <a:pt x="1655152" y="3949944"/>
                  </a:lnTo>
                  <a:lnTo>
                    <a:pt x="824" y="3039940"/>
                  </a:lnTo>
                  <a:lnTo>
                    <a:pt x="0"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4" name="Google Shape;354;p27"/>
            <p:cNvSpPr/>
            <p:nvPr/>
          </p:nvSpPr>
          <p:spPr>
            <a:xfrm>
              <a:off x="7022942" y="3048577"/>
              <a:ext cx="528307" cy="750495"/>
            </a:xfrm>
            <a:custGeom>
              <a:rect b="b" l="l" r="r" t="t"/>
              <a:pathLst>
                <a:path extrusionOk="0" h="1776320" w="1250431">
                  <a:moveTo>
                    <a:pt x="0" y="0"/>
                  </a:moveTo>
                  <a:lnTo>
                    <a:pt x="1247134" y="686624"/>
                  </a:lnTo>
                  <a:lnTo>
                    <a:pt x="1250431" y="1776321"/>
                  </a:lnTo>
                  <a:lnTo>
                    <a:pt x="3297" y="1089697"/>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5" name="Google Shape;355;p27"/>
            <p:cNvSpPr/>
            <p:nvPr/>
          </p:nvSpPr>
          <p:spPr>
            <a:xfrm>
              <a:off x="7032299" y="2743533"/>
              <a:ext cx="243780" cy="181442"/>
            </a:xfrm>
            <a:custGeom>
              <a:rect b="b" l="l" r="r" t="t"/>
              <a:pathLst>
                <a:path extrusionOk="0" h="429449" w="576995">
                  <a:moveTo>
                    <a:pt x="0" y="0"/>
                  </a:moveTo>
                  <a:lnTo>
                    <a:pt x="576995" y="317347"/>
                  </a:lnTo>
                  <a:lnTo>
                    <a:pt x="576995" y="429449"/>
                  </a:lnTo>
                  <a:lnTo>
                    <a:pt x="0" y="11210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6" name="Google Shape;356;p27"/>
            <p:cNvSpPr/>
            <p:nvPr/>
          </p:nvSpPr>
          <p:spPr>
            <a:xfrm>
              <a:off x="7033339" y="2837126"/>
              <a:ext cx="243780" cy="181442"/>
            </a:xfrm>
            <a:custGeom>
              <a:rect b="b" l="l" r="r" t="t"/>
              <a:pathLst>
                <a:path extrusionOk="0" h="429449" w="576995">
                  <a:moveTo>
                    <a:pt x="0" y="0"/>
                  </a:moveTo>
                  <a:lnTo>
                    <a:pt x="576995" y="317347"/>
                  </a:lnTo>
                  <a:lnTo>
                    <a:pt x="576995" y="429449"/>
                  </a:lnTo>
                  <a:lnTo>
                    <a:pt x="0" y="11210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7" name="Google Shape;357;p27"/>
            <p:cNvSpPr/>
            <p:nvPr/>
          </p:nvSpPr>
          <p:spPr>
            <a:xfrm>
              <a:off x="7032993" y="2927253"/>
              <a:ext cx="462486" cy="301939"/>
            </a:xfrm>
            <a:custGeom>
              <a:rect b="b" l="l" r="r" t="t"/>
              <a:pathLst>
                <a:path extrusionOk="0" h="714649" w="1094642">
                  <a:moveTo>
                    <a:pt x="0" y="0"/>
                  </a:moveTo>
                  <a:lnTo>
                    <a:pt x="1094643" y="602548"/>
                  </a:lnTo>
                  <a:lnTo>
                    <a:pt x="1094643" y="714650"/>
                  </a:lnTo>
                  <a:lnTo>
                    <a:pt x="0" y="112102"/>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8" name="Google Shape;358;p27"/>
            <p:cNvSpPr/>
            <p:nvPr/>
          </p:nvSpPr>
          <p:spPr>
            <a:xfrm>
              <a:off x="6932829" y="2301564"/>
              <a:ext cx="699650" cy="606665"/>
            </a:xfrm>
            <a:custGeom>
              <a:rect b="b" l="l" r="r" t="t"/>
              <a:pathLst>
                <a:path extrusionOk="0" h="1435893" w="1655976">
                  <a:moveTo>
                    <a:pt x="0" y="0"/>
                  </a:moveTo>
                  <a:lnTo>
                    <a:pt x="1654328" y="910828"/>
                  </a:lnTo>
                  <a:lnTo>
                    <a:pt x="1655976" y="1435894"/>
                  </a:lnTo>
                  <a:lnTo>
                    <a:pt x="824" y="52589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9" name="Google Shape;359;p27"/>
            <p:cNvSpPr/>
            <p:nvPr/>
          </p:nvSpPr>
          <p:spPr>
            <a:xfrm>
              <a:off x="7018436" y="2419516"/>
              <a:ext cx="88806" cy="131106"/>
            </a:xfrm>
            <a:custGeom>
              <a:rect b="b" l="l" r="r" t="t"/>
              <a:pathLst>
                <a:path extrusionOk="0" h="310309" w="210191">
                  <a:moveTo>
                    <a:pt x="210191" y="213266"/>
                  </a:moveTo>
                  <a:cubicBezTo>
                    <a:pt x="210191" y="292397"/>
                    <a:pt x="163207" y="331138"/>
                    <a:pt x="105508" y="298991"/>
                  </a:cubicBezTo>
                  <a:cubicBezTo>
                    <a:pt x="47808" y="266845"/>
                    <a:pt x="0" y="176998"/>
                    <a:pt x="0" y="97043"/>
                  </a:cubicBezTo>
                  <a:cubicBezTo>
                    <a:pt x="0" y="17912"/>
                    <a:pt x="46984" y="-20829"/>
                    <a:pt x="104683" y="11318"/>
                  </a:cubicBezTo>
                  <a:cubicBezTo>
                    <a:pt x="163207" y="43465"/>
                    <a:pt x="210191" y="134136"/>
                    <a:pt x="210191" y="213266"/>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0" name="Google Shape;360;p27"/>
            <p:cNvSpPr/>
            <p:nvPr/>
          </p:nvSpPr>
          <p:spPr>
            <a:xfrm>
              <a:off x="7345267" y="2854458"/>
              <a:ext cx="474675" cy="451690"/>
            </a:xfrm>
            <a:custGeom>
              <a:rect b="b" l="l" r="r" t="t"/>
              <a:pathLst>
                <a:path extrusionOk="0" h="1069089" w="1123491">
                  <a:moveTo>
                    <a:pt x="1649" y="451705"/>
                  </a:moveTo>
                  <a:lnTo>
                    <a:pt x="0" y="0"/>
                  </a:lnTo>
                  <a:lnTo>
                    <a:pt x="1121843" y="617385"/>
                  </a:lnTo>
                  <a:lnTo>
                    <a:pt x="1123492" y="1069090"/>
                  </a:lnTo>
                  <a:lnTo>
                    <a:pt x="1649" y="451705"/>
                  </a:ln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1" name="Google Shape;361;p27"/>
            <p:cNvSpPr/>
            <p:nvPr/>
          </p:nvSpPr>
          <p:spPr>
            <a:xfrm>
              <a:off x="5775924" y="1647104"/>
              <a:ext cx="1036763" cy="1220992"/>
            </a:xfrm>
            <a:custGeom>
              <a:rect b="b" l="l" r="r" t="t"/>
              <a:pathLst>
                <a:path extrusionOk="0" h="2889921" w="2453878">
                  <a:moveTo>
                    <a:pt x="2453054" y="1415287"/>
                  </a:moveTo>
                  <a:lnTo>
                    <a:pt x="0" y="0"/>
                  </a:lnTo>
                  <a:lnTo>
                    <a:pt x="824" y="1278456"/>
                  </a:lnTo>
                  <a:lnTo>
                    <a:pt x="2237093" y="2569277"/>
                  </a:lnTo>
                  <a:lnTo>
                    <a:pt x="2453878" y="2889922"/>
                  </a:lnTo>
                  <a:lnTo>
                    <a:pt x="2453054" y="1415287"/>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2" name="Google Shape;362;p27"/>
            <p:cNvSpPr/>
            <p:nvPr/>
          </p:nvSpPr>
          <p:spPr>
            <a:xfrm>
              <a:off x="5666057" y="1710540"/>
              <a:ext cx="391093" cy="372288"/>
            </a:xfrm>
            <a:custGeom>
              <a:rect b="b" l="l" r="r" t="t"/>
              <a:pathLst>
                <a:path extrusionOk="0" h="881154" w="925665">
                  <a:moveTo>
                    <a:pt x="0" y="347021"/>
                  </a:moveTo>
                  <a:lnTo>
                    <a:pt x="0" y="0"/>
                  </a:lnTo>
                  <a:lnTo>
                    <a:pt x="925665" y="534133"/>
                  </a:lnTo>
                  <a:lnTo>
                    <a:pt x="925665" y="881154"/>
                  </a:lnTo>
                  <a:lnTo>
                    <a:pt x="0" y="34702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3" name="Google Shape;363;p27"/>
            <p:cNvSpPr/>
            <p:nvPr/>
          </p:nvSpPr>
          <p:spPr>
            <a:xfrm>
              <a:off x="6316252" y="2089766"/>
              <a:ext cx="227064" cy="178308"/>
            </a:xfrm>
            <a:custGeom>
              <a:rect b="b" l="l" r="r" t="t"/>
              <a:pathLst>
                <a:path extrusionOk="0" h="422030" w="537429">
                  <a:moveTo>
                    <a:pt x="537430" y="309929"/>
                  </a:moveTo>
                  <a:lnTo>
                    <a:pt x="0" y="0"/>
                  </a:lnTo>
                  <a:lnTo>
                    <a:pt x="0" y="112102"/>
                  </a:lnTo>
                  <a:lnTo>
                    <a:pt x="537430" y="422031"/>
                  </a:lnTo>
                  <a:lnTo>
                    <a:pt x="537430" y="309929"/>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4" name="Google Shape;364;p27"/>
            <p:cNvSpPr/>
            <p:nvPr/>
          </p:nvSpPr>
          <p:spPr>
            <a:xfrm>
              <a:off x="6106568" y="2063421"/>
              <a:ext cx="437760" cy="299850"/>
            </a:xfrm>
            <a:custGeom>
              <a:rect b="b" l="l" r="r" t="t"/>
              <a:pathLst>
                <a:path extrusionOk="0" h="709704" w="1036118">
                  <a:moveTo>
                    <a:pt x="1036119" y="597602"/>
                  </a:moveTo>
                  <a:lnTo>
                    <a:pt x="0" y="0"/>
                  </a:lnTo>
                  <a:lnTo>
                    <a:pt x="0" y="112102"/>
                  </a:lnTo>
                  <a:lnTo>
                    <a:pt x="1036119" y="709704"/>
                  </a:lnTo>
                  <a:lnTo>
                    <a:pt x="1036119" y="597602"/>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5" name="Google Shape;365;p27"/>
            <p:cNvSpPr/>
            <p:nvPr/>
          </p:nvSpPr>
          <p:spPr>
            <a:xfrm>
              <a:off x="6014376" y="2104325"/>
              <a:ext cx="530396" cy="353482"/>
            </a:xfrm>
            <a:custGeom>
              <a:rect b="b" l="l" r="r" t="t"/>
              <a:pathLst>
                <a:path extrusionOk="0" h="836643" w="1255376">
                  <a:moveTo>
                    <a:pt x="1255377" y="724541"/>
                  </a:moveTo>
                  <a:lnTo>
                    <a:pt x="0" y="0"/>
                  </a:lnTo>
                  <a:lnTo>
                    <a:pt x="0" y="112102"/>
                  </a:lnTo>
                  <a:lnTo>
                    <a:pt x="1255377" y="836643"/>
                  </a:lnTo>
                  <a:lnTo>
                    <a:pt x="1255377" y="724541"/>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6" name="Google Shape;366;p27"/>
            <p:cNvSpPr/>
            <p:nvPr/>
          </p:nvSpPr>
          <p:spPr>
            <a:xfrm>
              <a:off x="6597680" y="2248236"/>
              <a:ext cx="117711" cy="175065"/>
            </a:xfrm>
            <a:custGeom>
              <a:rect b="b" l="l" r="r" t="t"/>
              <a:pathLst>
                <a:path extrusionOk="0" h="414354" w="278606">
                  <a:moveTo>
                    <a:pt x="0" y="126810"/>
                  </a:moveTo>
                  <a:cubicBezTo>
                    <a:pt x="0" y="232318"/>
                    <a:pt x="62645" y="353487"/>
                    <a:pt x="139303" y="397998"/>
                  </a:cubicBezTo>
                  <a:cubicBezTo>
                    <a:pt x="215961" y="442509"/>
                    <a:pt x="278606" y="393052"/>
                    <a:pt x="278606" y="287545"/>
                  </a:cubicBezTo>
                  <a:cubicBezTo>
                    <a:pt x="278606" y="182037"/>
                    <a:pt x="215961" y="60868"/>
                    <a:pt x="139303" y="16357"/>
                  </a:cubicBezTo>
                  <a:cubicBezTo>
                    <a:pt x="62645" y="-28154"/>
                    <a:pt x="0" y="21303"/>
                    <a:pt x="0" y="12681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7" name="Google Shape;367;p27"/>
            <p:cNvSpPr/>
            <p:nvPr/>
          </p:nvSpPr>
          <p:spPr>
            <a:xfrm>
              <a:off x="6330462" y="2791205"/>
              <a:ext cx="291143" cy="396639"/>
            </a:xfrm>
            <a:custGeom>
              <a:rect b="b" l="l" r="r" t="t"/>
              <a:pathLst>
                <a:path extrusionOk="0" h="938791" w="689097">
                  <a:moveTo>
                    <a:pt x="344549" y="11931"/>
                  </a:moveTo>
                  <a:cubicBezTo>
                    <a:pt x="394005" y="39956"/>
                    <a:pt x="433571" y="109196"/>
                    <a:pt x="433571" y="166071"/>
                  </a:cubicBezTo>
                  <a:lnTo>
                    <a:pt x="433571" y="417476"/>
                  </a:lnTo>
                  <a:lnTo>
                    <a:pt x="600075" y="513092"/>
                  </a:lnTo>
                  <a:cubicBezTo>
                    <a:pt x="649532" y="541118"/>
                    <a:pt x="689097" y="610357"/>
                    <a:pt x="689097" y="667233"/>
                  </a:cubicBezTo>
                  <a:cubicBezTo>
                    <a:pt x="689097" y="724107"/>
                    <a:pt x="649532" y="747188"/>
                    <a:pt x="600075" y="719162"/>
                  </a:cubicBezTo>
                  <a:lnTo>
                    <a:pt x="433571" y="623546"/>
                  </a:lnTo>
                  <a:lnTo>
                    <a:pt x="433571" y="874951"/>
                  </a:lnTo>
                  <a:cubicBezTo>
                    <a:pt x="433571" y="931826"/>
                    <a:pt x="394005" y="954906"/>
                    <a:pt x="344549" y="926880"/>
                  </a:cubicBezTo>
                  <a:cubicBezTo>
                    <a:pt x="295092" y="898855"/>
                    <a:pt x="255526" y="829616"/>
                    <a:pt x="255526" y="772740"/>
                  </a:cubicBezTo>
                  <a:lnTo>
                    <a:pt x="255526" y="521335"/>
                  </a:lnTo>
                  <a:lnTo>
                    <a:pt x="89022" y="424894"/>
                  </a:lnTo>
                  <a:cubicBezTo>
                    <a:pt x="39565" y="396869"/>
                    <a:pt x="0" y="327630"/>
                    <a:pt x="0" y="270754"/>
                  </a:cubicBezTo>
                  <a:cubicBezTo>
                    <a:pt x="0" y="213879"/>
                    <a:pt x="39565" y="190799"/>
                    <a:pt x="89022" y="218825"/>
                  </a:cubicBezTo>
                  <a:lnTo>
                    <a:pt x="255526" y="314441"/>
                  </a:lnTo>
                  <a:lnTo>
                    <a:pt x="255526" y="63036"/>
                  </a:lnTo>
                  <a:cubicBezTo>
                    <a:pt x="255526" y="6985"/>
                    <a:pt x="295092" y="-16095"/>
                    <a:pt x="344549" y="11931"/>
                  </a:cubicBez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28"/>
          <p:cNvPicPr preferRelativeResize="0"/>
          <p:nvPr/>
        </p:nvPicPr>
        <p:blipFill>
          <a:blip r:embed="rId3">
            <a:alphaModFix/>
          </a:blip>
          <a:stretch>
            <a:fillRect/>
          </a:stretch>
        </p:blipFill>
        <p:spPr>
          <a:xfrm>
            <a:off x="0" y="-139366"/>
            <a:ext cx="9144003" cy="4813103"/>
          </a:xfrm>
          <a:prstGeom prst="rect">
            <a:avLst/>
          </a:prstGeom>
          <a:noFill/>
          <a:ln>
            <a:noFill/>
          </a:ln>
        </p:spPr>
      </p:pic>
      <p:sp>
        <p:nvSpPr>
          <p:cNvPr id="373" name="Google Shape;373;p28"/>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Faturamento 2010, mês a mês.</a:t>
            </a:r>
            <a:endParaRPr/>
          </a:p>
        </p:txBody>
      </p:sp>
      <p:sp>
        <p:nvSpPr>
          <p:cNvPr id="374" name="Google Shape;374;p28"/>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29"/>
          <p:cNvPicPr preferRelativeResize="0"/>
          <p:nvPr/>
        </p:nvPicPr>
        <p:blipFill>
          <a:blip r:embed="rId3">
            <a:alphaModFix/>
          </a:blip>
          <a:stretch>
            <a:fillRect/>
          </a:stretch>
        </p:blipFill>
        <p:spPr>
          <a:xfrm>
            <a:off x="0" y="-139366"/>
            <a:ext cx="9144003" cy="4813103"/>
          </a:xfrm>
          <a:prstGeom prst="rect">
            <a:avLst/>
          </a:prstGeom>
          <a:noFill/>
          <a:ln>
            <a:noFill/>
          </a:ln>
        </p:spPr>
      </p:pic>
      <p:sp>
        <p:nvSpPr>
          <p:cNvPr id="380" name="Google Shape;380;p29"/>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Faturamento 2011, mês a mês.</a:t>
            </a:r>
            <a:endParaRPr/>
          </a:p>
        </p:txBody>
      </p:sp>
      <p:sp>
        <p:nvSpPr>
          <p:cNvPr id="381" name="Google Shape;381;p29"/>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p30"/>
          <p:cNvPicPr preferRelativeResize="0"/>
          <p:nvPr/>
        </p:nvPicPr>
        <p:blipFill>
          <a:blip r:embed="rId3">
            <a:alphaModFix/>
          </a:blip>
          <a:stretch>
            <a:fillRect/>
          </a:stretch>
        </p:blipFill>
        <p:spPr>
          <a:xfrm>
            <a:off x="0" y="-139366"/>
            <a:ext cx="9144003" cy="4813103"/>
          </a:xfrm>
          <a:prstGeom prst="rect">
            <a:avLst/>
          </a:prstGeom>
          <a:noFill/>
          <a:ln>
            <a:noFill/>
          </a:ln>
        </p:spPr>
      </p:pic>
      <p:sp>
        <p:nvSpPr>
          <p:cNvPr id="387" name="Google Shape;387;p30"/>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Faturamento 2012, mês a mês.</a:t>
            </a:r>
            <a:endParaRPr/>
          </a:p>
        </p:txBody>
      </p:sp>
      <p:sp>
        <p:nvSpPr>
          <p:cNvPr id="388" name="Google Shape;388;p30"/>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31"/>
          <p:cNvPicPr preferRelativeResize="0"/>
          <p:nvPr/>
        </p:nvPicPr>
        <p:blipFill>
          <a:blip r:embed="rId3">
            <a:alphaModFix/>
          </a:blip>
          <a:stretch>
            <a:fillRect/>
          </a:stretch>
        </p:blipFill>
        <p:spPr>
          <a:xfrm>
            <a:off x="0" y="-139366"/>
            <a:ext cx="9144003" cy="4813103"/>
          </a:xfrm>
          <a:prstGeom prst="rect">
            <a:avLst/>
          </a:prstGeom>
          <a:noFill/>
          <a:ln>
            <a:noFill/>
          </a:ln>
        </p:spPr>
      </p:pic>
      <p:sp>
        <p:nvSpPr>
          <p:cNvPr id="394" name="Google Shape;394;p31"/>
          <p:cNvSpPr txBox="1"/>
          <p:nvPr>
            <p:ph idx="1" type="body"/>
          </p:nvPr>
        </p:nvSpPr>
        <p:spPr>
          <a:xfrm>
            <a:off x="855300" y="4406300"/>
            <a:ext cx="7433400" cy="3114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Faturamento nos últimos 3 anos.</a:t>
            </a:r>
            <a:endParaRPr/>
          </a:p>
        </p:txBody>
      </p:sp>
      <p:sp>
        <p:nvSpPr>
          <p:cNvPr id="395" name="Google Shape;395;p31"/>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accent1"/>
            </a:gs>
            <a:gs pos="100000">
              <a:schemeClr val="accent2"/>
            </a:gs>
          </a:gsLst>
          <a:path path="circle">
            <a:fillToRect b="0%" l="100%" r="0%" t="100%"/>
          </a:path>
          <a:tileRect b="-100%" l="0%" r="-100%" t="0%"/>
        </a:gradFill>
      </p:bgPr>
    </p:bg>
    <p:spTree>
      <p:nvGrpSpPr>
        <p:cNvPr id="399" name="Shape 399"/>
        <p:cNvGrpSpPr/>
        <p:nvPr/>
      </p:nvGrpSpPr>
      <p:grpSpPr>
        <a:xfrm>
          <a:off x="0" y="0"/>
          <a:ext cx="0" cy="0"/>
          <a:chOff x="0" y="0"/>
          <a:chExt cx="0" cy="0"/>
        </a:xfrm>
      </p:grpSpPr>
      <p:sp>
        <p:nvSpPr>
          <p:cNvPr id="400" name="Google Shape;400;p32"/>
          <p:cNvSpPr txBox="1"/>
          <p:nvPr>
            <p:ph idx="4294967295" type="ctrTitle"/>
          </p:nvPr>
        </p:nvSpPr>
        <p:spPr>
          <a:xfrm>
            <a:off x="855300" y="1991850"/>
            <a:ext cx="7615200" cy="1159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100">
                <a:solidFill>
                  <a:schemeClr val="accent5"/>
                </a:solidFill>
              </a:rPr>
              <a:t>R$ 301.397.792</a:t>
            </a:r>
            <a:endParaRPr sz="9100">
              <a:solidFill>
                <a:schemeClr val="accent5"/>
              </a:solidFill>
            </a:endParaRPr>
          </a:p>
        </p:txBody>
      </p:sp>
      <p:sp>
        <p:nvSpPr>
          <p:cNvPr id="401" name="Google Shape;401;p32"/>
          <p:cNvSpPr txBox="1"/>
          <p:nvPr>
            <p:ph idx="4294967295" type="subTitle"/>
          </p:nvPr>
        </p:nvSpPr>
        <p:spPr>
          <a:xfrm>
            <a:off x="855300" y="3313475"/>
            <a:ext cx="2102700" cy="1159800"/>
          </a:xfrm>
          <a:prstGeom prst="rect">
            <a:avLst/>
          </a:prstGeom>
        </p:spPr>
        <p:txBody>
          <a:bodyPr anchorCtr="0" anchor="ctr" bIns="0" lIns="0" spcFirstLastPara="1" rIns="0" wrap="square" tIns="0">
            <a:noAutofit/>
          </a:bodyPr>
          <a:lstStyle/>
          <a:p>
            <a:pPr indent="0" lvl="0" marL="0" rtl="0" algn="l">
              <a:spcBef>
                <a:spcPts val="0"/>
              </a:spcBef>
              <a:spcAft>
                <a:spcPts val="800"/>
              </a:spcAft>
              <a:buNone/>
            </a:pPr>
            <a:r>
              <a:rPr b="1" lang="en" sz="2000">
                <a:latin typeface="Barlow"/>
                <a:ea typeface="Barlow"/>
                <a:cs typeface="Barlow"/>
                <a:sym typeface="Barlow"/>
              </a:rPr>
              <a:t>Faturamento total nos </a:t>
            </a:r>
            <a:r>
              <a:rPr b="1" lang="en" sz="2000">
                <a:latin typeface="Barlow"/>
                <a:ea typeface="Barlow"/>
                <a:cs typeface="Barlow"/>
                <a:sym typeface="Barlow"/>
              </a:rPr>
              <a:t>últimos 3 anos:</a:t>
            </a:r>
            <a:r>
              <a:rPr b="1" lang="en" sz="2000">
                <a:latin typeface="Barlow"/>
                <a:ea typeface="Barlow"/>
                <a:cs typeface="Barlow"/>
                <a:sym typeface="Barlow"/>
              </a:rPr>
              <a:t> </a:t>
            </a:r>
            <a:endParaRPr b="1" sz="2000">
              <a:latin typeface="Barlow"/>
              <a:ea typeface="Barlow"/>
              <a:cs typeface="Barlow"/>
              <a:sym typeface="Barlow"/>
            </a:endParaRPr>
          </a:p>
        </p:txBody>
      </p:sp>
      <p:sp>
        <p:nvSpPr>
          <p:cNvPr id="402" name="Google Shape;402;p32"/>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3"/>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Ranqueamento das lojas:</a:t>
            </a:r>
            <a:endParaRPr/>
          </a:p>
        </p:txBody>
      </p:sp>
      <p:sp>
        <p:nvSpPr>
          <p:cNvPr id="408" name="Google Shape;408;p33"/>
          <p:cNvSpPr txBox="1"/>
          <p:nvPr>
            <p:ph idx="1" type="body"/>
          </p:nvPr>
        </p:nvSpPr>
        <p:spPr>
          <a:xfrm>
            <a:off x="855300" y="1353950"/>
            <a:ext cx="6763800" cy="3033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800"/>
              </a:spcAft>
              <a:buNone/>
            </a:pPr>
            <a:r>
              <a:rPr lang="en" sz="1800"/>
              <a:t>Por fim, mas não menos importante, </a:t>
            </a:r>
            <a:r>
              <a:rPr b="1" lang="en" sz="1800">
                <a:latin typeface="Barlow"/>
                <a:ea typeface="Barlow"/>
                <a:cs typeface="Barlow"/>
                <a:sym typeface="Barlow"/>
              </a:rPr>
              <a:t>criei um algoritmo de ranqueamento de lojas</a:t>
            </a:r>
            <a:r>
              <a:rPr lang="en" sz="1800"/>
              <a:t>. Esse algoritmo consiste em atribuir notas </a:t>
            </a:r>
            <a:r>
              <a:rPr lang="en" sz="1800"/>
              <a:t>às lojas.</a:t>
            </a:r>
            <a:r>
              <a:rPr lang="en" sz="1800"/>
              <a:t> Cada critério estipulado tem um peso maior ou menor dependendo do caso, sendo que a nota máxima que uma loja pode receber é 320. Chegou o momento de ranquear </a:t>
            </a:r>
            <a:r>
              <a:rPr lang="en" sz="1800"/>
              <a:t>as</a:t>
            </a:r>
            <a:r>
              <a:rPr lang="en" sz="1800"/>
              <a:t> lojas. </a:t>
            </a:r>
            <a:endParaRPr sz="1800"/>
          </a:p>
        </p:txBody>
      </p:sp>
      <p:sp>
        <p:nvSpPr>
          <p:cNvPr id="409" name="Google Shape;409;p33"/>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4"/>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Ranqueamento das lojas:</a:t>
            </a:r>
            <a:endParaRPr/>
          </a:p>
        </p:txBody>
      </p:sp>
      <p:sp>
        <p:nvSpPr>
          <p:cNvPr id="415" name="Google Shape;415;p34"/>
          <p:cNvSpPr txBox="1"/>
          <p:nvPr>
            <p:ph idx="1" type="body"/>
          </p:nvPr>
        </p:nvSpPr>
        <p:spPr>
          <a:xfrm>
            <a:off x="855300" y="1353950"/>
            <a:ext cx="6763800" cy="324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Os critérios utilizados para ranqueá-las foram:</a:t>
            </a:r>
            <a:endParaRPr b="1" sz="1500">
              <a:latin typeface="Barlow"/>
              <a:ea typeface="Barlow"/>
              <a:cs typeface="Barlow"/>
              <a:sym typeface="Barlow"/>
            </a:endParaRPr>
          </a:p>
          <a:p>
            <a:pPr indent="-323850" lvl="0" marL="457200" rtl="0" algn="l">
              <a:spcBef>
                <a:spcPts val="800"/>
              </a:spcBef>
              <a:spcAft>
                <a:spcPts val="0"/>
              </a:spcAft>
              <a:buSzPts val="1500"/>
              <a:buChar char="╸"/>
            </a:pPr>
            <a:r>
              <a:rPr b="1" lang="en" sz="1500">
                <a:latin typeface="Barlow"/>
                <a:ea typeface="Barlow"/>
                <a:cs typeface="Barlow"/>
                <a:sym typeface="Barlow"/>
              </a:rPr>
              <a:t>Faturamento Total</a:t>
            </a:r>
            <a:r>
              <a:rPr lang="en" sz="1500"/>
              <a:t>, a loja que tiver o maior faturamento ganhará 30 pontos;</a:t>
            </a:r>
            <a:endParaRPr sz="1500"/>
          </a:p>
          <a:p>
            <a:pPr indent="-323850" lvl="0" marL="457200" rtl="0" algn="l">
              <a:spcBef>
                <a:spcPts val="800"/>
              </a:spcBef>
              <a:spcAft>
                <a:spcPts val="0"/>
              </a:spcAft>
              <a:buSzPts val="1500"/>
              <a:buChar char="╸"/>
            </a:pPr>
            <a:r>
              <a:rPr b="1" lang="en" sz="1500">
                <a:latin typeface="Barlow"/>
                <a:ea typeface="Barlow"/>
                <a:cs typeface="Barlow"/>
                <a:sym typeface="Barlow"/>
              </a:rPr>
              <a:t>Faturamento em 2010</a:t>
            </a:r>
            <a:r>
              <a:rPr lang="en" sz="1500"/>
              <a:t>, a loja que tiver o maior faturamento em 2010 ganhará mais 10 pontos;</a:t>
            </a:r>
            <a:endParaRPr sz="1500"/>
          </a:p>
          <a:p>
            <a:pPr indent="-323850" lvl="0" marL="457200" rtl="0" algn="l">
              <a:spcBef>
                <a:spcPts val="800"/>
              </a:spcBef>
              <a:spcAft>
                <a:spcPts val="0"/>
              </a:spcAft>
              <a:buSzPts val="1500"/>
              <a:buChar char="╸"/>
            </a:pPr>
            <a:r>
              <a:rPr b="1" lang="en" sz="1500">
                <a:latin typeface="Barlow"/>
                <a:ea typeface="Barlow"/>
                <a:cs typeface="Barlow"/>
                <a:sym typeface="Barlow"/>
              </a:rPr>
              <a:t>Faturamento em 2011</a:t>
            </a:r>
            <a:r>
              <a:rPr lang="en" sz="1500"/>
              <a:t>, a loja que tiver o maior faturamento em 2011 ganhará mais 10 pontos;</a:t>
            </a:r>
            <a:endParaRPr sz="1500"/>
          </a:p>
          <a:p>
            <a:pPr indent="-323850" lvl="0" marL="457200" rtl="0" algn="l">
              <a:spcBef>
                <a:spcPts val="800"/>
              </a:spcBef>
              <a:spcAft>
                <a:spcPts val="0"/>
              </a:spcAft>
              <a:buSzPts val="1500"/>
              <a:buChar char="╸"/>
            </a:pPr>
            <a:r>
              <a:rPr lang="en" sz="1500"/>
              <a:t> </a:t>
            </a:r>
            <a:r>
              <a:rPr b="1" lang="en" sz="1500">
                <a:latin typeface="Barlow"/>
                <a:ea typeface="Barlow"/>
                <a:cs typeface="Barlow"/>
                <a:sym typeface="Barlow"/>
              </a:rPr>
              <a:t>Faturamento em 2012</a:t>
            </a:r>
            <a:r>
              <a:rPr lang="en" sz="1500"/>
              <a:t>, a loja que tiver o maior faturamento em 2012 ganhará mais 10 pontos; </a:t>
            </a:r>
            <a:endParaRPr sz="1500"/>
          </a:p>
          <a:p>
            <a:pPr indent="0" lvl="0" marL="457200" rtl="0" algn="l">
              <a:lnSpc>
                <a:spcPct val="115000"/>
              </a:lnSpc>
              <a:spcBef>
                <a:spcPts val="800"/>
              </a:spcBef>
              <a:spcAft>
                <a:spcPts val="800"/>
              </a:spcAft>
              <a:buNone/>
            </a:pPr>
            <a:r>
              <a:t/>
            </a:r>
            <a:endParaRPr sz="1800"/>
          </a:p>
        </p:txBody>
      </p:sp>
      <p:sp>
        <p:nvSpPr>
          <p:cNvPr id="416" name="Google Shape;416;p34"/>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5"/>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Ranqueamento das lojas:</a:t>
            </a:r>
            <a:endParaRPr/>
          </a:p>
        </p:txBody>
      </p:sp>
      <p:sp>
        <p:nvSpPr>
          <p:cNvPr id="422" name="Google Shape;422;p35"/>
          <p:cNvSpPr txBox="1"/>
          <p:nvPr>
            <p:ph idx="1" type="body"/>
          </p:nvPr>
        </p:nvSpPr>
        <p:spPr>
          <a:xfrm>
            <a:off x="855300" y="1353950"/>
            <a:ext cx="6763800" cy="324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Os critérios utilizados para ranqueá-las foram:</a:t>
            </a:r>
            <a:endParaRPr b="1" sz="1500">
              <a:latin typeface="Barlow"/>
              <a:ea typeface="Barlow"/>
              <a:cs typeface="Barlow"/>
              <a:sym typeface="Barlow"/>
            </a:endParaRPr>
          </a:p>
          <a:p>
            <a:pPr indent="-323850" lvl="0" marL="457200" rtl="0" algn="l">
              <a:spcBef>
                <a:spcPts val="800"/>
              </a:spcBef>
              <a:spcAft>
                <a:spcPts val="0"/>
              </a:spcAft>
              <a:buSzPts val="1500"/>
              <a:buChar char="╸"/>
            </a:pPr>
            <a:r>
              <a:rPr b="1" lang="en" sz="1500">
                <a:latin typeface="Barlow"/>
                <a:ea typeface="Barlow"/>
                <a:cs typeface="Barlow"/>
                <a:sym typeface="Barlow"/>
              </a:rPr>
              <a:t>Crescimento do Faturamento</a:t>
            </a:r>
            <a:r>
              <a:rPr lang="en" sz="1500"/>
              <a:t>, a loja que tiver o maior Crescimento do Faturamento nos últimos 3 anos ganhará mais 50 pontos;</a:t>
            </a:r>
            <a:endParaRPr sz="1500"/>
          </a:p>
          <a:p>
            <a:pPr indent="-323850" lvl="0" marL="457200" rtl="0" algn="l">
              <a:spcBef>
                <a:spcPts val="800"/>
              </a:spcBef>
              <a:spcAft>
                <a:spcPts val="0"/>
              </a:spcAft>
              <a:buSzPts val="1500"/>
              <a:buChar char="╸"/>
            </a:pPr>
            <a:r>
              <a:rPr b="1" lang="en" sz="1500">
                <a:latin typeface="Barlow"/>
                <a:ea typeface="Barlow"/>
                <a:cs typeface="Barlow"/>
                <a:sym typeface="Barlow"/>
              </a:rPr>
              <a:t>Venda Total Nos Feriados</a:t>
            </a:r>
            <a:r>
              <a:rPr lang="en" sz="1500"/>
              <a:t>, a loja que tiver a maior Venda Total Nos Feriados ganhará 30 pontos; </a:t>
            </a:r>
            <a:endParaRPr sz="1500"/>
          </a:p>
          <a:p>
            <a:pPr indent="-323850" lvl="0" marL="457200" rtl="0" algn="l">
              <a:spcBef>
                <a:spcPts val="800"/>
              </a:spcBef>
              <a:spcAft>
                <a:spcPts val="0"/>
              </a:spcAft>
              <a:buSzPts val="1500"/>
              <a:buChar char="╸"/>
            </a:pPr>
            <a:r>
              <a:rPr b="1" lang="en" sz="1500">
                <a:latin typeface="Barlow"/>
                <a:ea typeface="Barlow"/>
                <a:cs typeface="Barlow"/>
                <a:sym typeface="Barlow"/>
              </a:rPr>
              <a:t>Venda Nos Feriados em 2010</a:t>
            </a:r>
            <a:r>
              <a:rPr lang="en" sz="1500"/>
              <a:t>, a loja que tiver a maior Venda Nos Feriados em 2010 ganhará mais 20 pontos; </a:t>
            </a:r>
            <a:endParaRPr sz="1500"/>
          </a:p>
          <a:p>
            <a:pPr indent="-323850" lvl="0" marL="457200" rtl="0" algn="l">
              <a:spcBef>
                <a:spcPts val="800"/>
              </a:spcBef>
              <a:spcAft>
                <a:spcPts val="800"/>
              </a:spcAft>
              <a:buSzPts val="1500"/>
              <a:buChar char="╸"/>
            </a:pPr>
            <a:r>
              <a:rPr b="1" lang="en" sz="1500">
                <a:latin typeface="Barlow"/>
                <a:ea typeface="Barlow"/>
                <a:cs typeface="Barlow"/>
                <a:sym typeface="Barlow"/>
              </a:rPr>
              <a:t>Venda Nos Feriados em 2011</a:t>
            </a:r>
            <a:r>
              <a:rPr lang="en" sz="1500"/>
              <a:t>, a loja que tiver a maior Venda Nos Feriados em 2011 ganhará mais 20 pontos; </a:t>
            </a:r>
            <a:endParaRPr sz="1500"/>
          </a:p>
        </p:txBody>
      </p:sp>
      <p:sp>
        <p:nvSpPr>
          <p:cNvPr id="423" name="Google Shape;423;p35"/>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6"/>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Ranqueamento das lojas:</a:t>
            </a:r>
            <a:endParaRPr/>
          </a:p>
        </p:txBody>
      </p:sp>
      <p:sp>
        <p:nvSpPr>
          <p:cNvPr id="429" name="Google Shape;429;p36"/>
          <p:cNvSpPr txBox="1"/>
          <p:nvPr>
            <p:ph idx="1" type="body"/>
          </p:nvPr>
        </p:nvSpPr>
        <p:spPr>
          <a:xfrm>
            <a:off x="855300" y="1353950"/>
            <a:ext cx="6763800" cy="324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Os critérios utilizados para ranqueá-las foram:</a:t>
            </a:r>
            <a:endParaRPr b="1" sz="1500">
              <a:latin typeface="Barlow"/>
              <a:ea typeface="Barlow"/>
              <a:cs typeface="Barlow"/>
              <a:sym typeface="Barlow"/>
            </a:endParaRPr>
          </a:p>
          <a:p>
            <a:pPr indent="-323850" lvl="0" marL="457200" rtl="0" algn="l">
              <a:spcBef>
                <a:spcPts val="800"/>
              </a:spcBef>
              <a:spcAft>
                <a:spcPts val="0"/>
              </a:spcAft>
              <a:buSzPts val="1500"/>
              <a:buChar char="╸"/>
            </a:pPr>
            <a:r>
              <a:rPr b="1" lang="en" sz="1500">
                <a:latin typeface="Barlow"/>
                <a:ea typeface="Barlow"/>
                <a:cs typeface="Barlow"/>
                <a:sym typeface="Barlow"/>
              </a:rPr>
              <a:t>Venda Nos Feriados em 2012</a:t>
            </a:r>
            <a:r>
              <a:rPr lang="en" sz="1500"/>
              <a:t>, a loja que tiver a maior Venda Nos Feriados em 2012 ganhará mais 20 pontos; </a:t>
            </a:r>
            <a:endParaRPr sz="1500"/>
          </a:p>
          <a:p>
            <a:pPr indent="-323850" lvl="0" marL="457200" rtl="0" algn="l">
              <a:spcBef>
                <a:spcPts val="800"/>
              </a:spcBef>
              <a:spcAft>
                <a:spcPts val="0"/>
              </a:spcAft>
              <a:buSzPts val="1500"/>
              <a:buChar char="╸"/>
            </a:pPr>
            <a:r>
              <a:rPr b="1" lang="en" sz="1500">
                <a:latin typeface="Barlow"/>
                <a:ea typeface="Barlow"/>
                <a:cs typeface="Barlow"/>
                <a:sym typeface="Barlow"/>
              </a:rPr>
              <a:t>Crescimento das Vendas Nos Feriados</a:t>
            </a:r>
            <a:r>
              <a:rPr lang="en" sz="1500"/>
              <a:t>, a loja que tiver o maior Crescimento das Vendas Nos Feriados nos últimos 3 anos ganhará mais 50 pontos; </a:t>
            </a:r>
            <a:endParaRPr sz="1500"/>
          </a:p>
          <a:p>
            <a:pPr indent="-323850" lvl="0" marL="457200" rtl="0" algn="l">
              <a:spcBef>
                <a:spcPts val="800"/>
              </a:spcBef>
              <a:spcAft>
                <a:spcPts val="800"/>
              </a:spcAft>
              <a:buSzPts val="1500"/>
              <a:buChar char="╸"/>
            </a:pPr>
            <a:r>
              <a:rPr b="1" lang="en" sz="1500">
                <a:latin typeface="Barlow"/>
                <a:ea typeface="Barlow"/>
                <a:cs typeface="Barlow"/>
                <a:sym typeface="Barlow"/>
              </a:rPr>
              <a:t>Média de vendas semanais</a:t>
            </a:r>
            <a:r>
              <a:rPr lang="en" sz="1500"/>
              <a:t>, a loja que tiver a maior Média de vendas semanais nos últimos 3 anos ganhará mais 20 pontos.</a:t>
            </a:r>
            <a:endParaRPr sz="1500"/>
          </a:p>
        </p:txBody>
      </p:sp>
      <p:sp>
        <p:nvSpPr>
          <p:cNvPr id="430" name="Google Shape;430;p36"/>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7"/>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Ranqueamento das lojas:</a:t>
            </a:r>
            <a:endParaRPr/>
          </a:p>
        </p:txBody>
      </p:sp>
      <p:sp>
        <p:nvSpPr>
          <p:cNvPr id="436" name="Google Shape;436;p37"/>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437" name="Google Shape;437;p37"/>
          <p:cNvGraphicFramePr/>
          <p:nvPr/>
        </p:nvGraphicFramePr>
        <p:xfrm>
          <a:off x="779093" y="1393256"/>
          <a:ext cx="3000000" cy="3000000"/>
        </p:xfrm>
        <a:graphic>
          <a:graphicData uri="http://schemas.openxmlformats.org/drawingml/2006/table">
            <a:tbl>
              <a:tblPr>
                <a:noFill/>
                <a:tableStyleId>{6BE77858-A168-4578-8C9C-639F18580A7F}</a:tableStyleId>
              </a:tblPr>
              <a:tblGrid>
                <a:gridCol w="3974375"/>
                <a:gridCol w="3974375"/>
              </a:tblGrid>
              <a:tr h="533400">
                <a:tc>
                  <a:txBody>
                    <a:bodyPr/>
                    <a:lstStyle/>
                    <a:p>
                      <a:pPr indent="0" lvl="0" marL="0" rtl="0" algn="ctr">
                        <a:spcBef>
                          <a:spcPts val="0"/>
                        </a:spcBef>
                        <a:spcAft>
                          <a:spcPts val="0"/>
                        </a:spcAft>
                        <a:buNone/>
                      </a:pPr>
                      <a:r>
                        <a:rPr lang="en" sz="1800">
                          <a:solidFill>
                            <a:schemeClr val="accent2"/>
                          </a:solidFill>
                          <a:latin typeface="Barlow Light"/>
                          <a:ea typeface="Barlow Light"/>
                          <a:cs typeface="Barlow Light"/>
                          <a:sym typeface="Barlow Light"/>
                        </a:rPr>
                        <a:t>Critérios</a:t>
                      </a:r>
                      <a:endParaRPr sz="1800">
                        <a:solidFill>
                          <a:schemeClr val="accent2"/>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accent2"/>
                          </a:solidFill>
                          <a:latin typeface="Barlow Light"/>
                          <a:ea typeface="Barlow Light"/>
                          <a:cs typeface="Barlow Light"/>
                          <a:sym typeface="Barlow Light"/>
                        </a:rPr>
                        <a:t>Notas</a:t>
                      </a:r>
                      <a:endParaRPr sz="1800">
                        <a:solidFill>
                          <a:schemeClr val="accent2"/>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533400">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Faturamento Total</a:t>
                      </a:r>
                      <a:endParaRPr sz="1800">
                        <a:solidFill>
                          <a:schemeClr val="dk1"/>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30</a:t>
                      </a:r>
                      <a:endParaRPr sz="1800">
                        <a:solidFill>
                          <a:schemeClr val="dk1"/>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533400">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Venda Total Nos Feriados</a:t>
                      </a:r>
                      <a:endParaRPr sz="1800">
                        <a:solidFill>
                          <a:schemeClr val="accent2"/>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30</a:t>
                      </a:r>
                      <a:endParaRPr sz="1800">
                        <a:solidFill>
                          <a:schemeClr val="dk1"/>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533400">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Média de vendas semanais</a:t>
                      </a:r>
                      <a:endParaRPr sz="1800">
                        <a:solidFill>
                          <a:schemeClr val="dk1"/>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20</a:t>
                      </a:r>
                      <a:endParaRPr sz="1800">
                        <a:solidFill>
                          <a:schemeClr val="dk1"/>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533400">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Crescimento do Faturamento</a:t>
                      </a:r>
                      <a:endParaRPr sz="1800">
                        <a:solidFill>
                          <a:schemeClr val="dk1"/>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50</a:t>
                      </a:r>
                      <a:endParaRPr sz="1800">
                        <a:solidFill>
                          <a:schemeClr val="dk1"/>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alpha val="9800"/>
                      </a:srgbClr>
                    </a:solidFill>
                  </a:tcPr>
                </a:tc>
              </a:tr>
              <a:tr h="533400">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Crescimento das Vendas Nos Feriados</a:t>
                      </a:r>
                      <a:endParaRPr sz="1800">
                        <a:solidFill>
                          <a:schemeClr val="dk1"/>
                        </a:solidFill>
                        <a:latin typeface="Barlow Light"/>
                        <a:ea typeface="Barlow Light"/>
                        <a:cs typeface="Barlow Light"/>
                        <a:sym typeface="Barlow Light"/>
                      </a:endParaRPr>
                    </a:p>
                  </a:txBody>
                  <a:tcPr marT="68575" marB="68575" marR="91425" marL="91425" anchor="ctr">
                    <a:lnL cap="flat" cmpd="sng" w="38100">
                      <a:solidFill>
                        <a:schemeClr val="accen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3810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latin typeface="Barlow Light"/>
                          <a:ea typeface="Barlow Light"/>
                          <a:cs typeface="Barlow Light"/>
                          <a:sym typeface="Barlow Light"/>
                        </a:rPr>
                        <a:t>50</a:t>
                      </a:r>
                      <a:endParaRPr sz="1800">
                        <a:solidFill>
                          <a:schemeClr val="dk1"/>
                        </a:solidFill>
                        <a:latin typeface="Barlow Light"/>
                        <a:ea typeface="Barlow Light"/>
                        <a:cs typeface="Barlow Light"/>
                        <a:sym typeface="Barlow Light"/>
                      </a:endParaRPr>
                    </a:p>
                  </a:txBody>
                  <a:tcPr marT="68575" marB="68575" marR="91425" marL="91425" anchor="ctr">
                    <a:lnL cap="flat" cmpd="sng" w="9525">
                      <a:solidFill>
                        <a:schemeClr val="lt2"/>
                      </a:solidFill>
                      <a:prstDash val="solid"/>
                      <a:round/>
                      <a:headEnd len="sm" w="sm" type="none"/>
                      <a:tailEnd len="sm" w="sm" type="none"/>
                    </a:lnL>
                    <a:lnR cap="flat" cmpd="sng" w="38100">
                      <a:solidFill>
                        <a:schemeClr val="accent1"/>
                      </a:solidFill>
                      <a:prstDash val="solid"/>
                      <a:round/>
                      <a:headEnd len="sm" w="sm" type="none"/>
                      <a:tailEnd len="sm" w="sm" type="none"/>
                    </a:lnR>
                    <a:lnT cap="flat" cmpd="sng" w="9525">
                      <a:solidFill>
                        <a:schemeClr val="lt2"/>
                      </a:solidFill>
                      <a:prstDash val="solid"/>
                      <a:round/>
                      <a:headEnd len="sm" w="sm" type="none"/>
                      <a:tailEnd len="sm" w="sm" type="none"/>
                    </a:lnT>
                    <a:lnB cap="flat" cmpd="sng" w="38100">
                      <a:solidFill>
                        <a:schemeClr val="accent1"/>
                      </a:solidFill>
                      <a:prstDash val="solid"/>
                      <a:round/>
                      <a:headEnd len="sm" w="sm" type="none"/>
                      <a:tailEnd len="sm" w="sm" type="none"/>
                    </a:lnB>
                    <a:solidFill>
                      <a:srgbClr val="FFFFFF">
                        <a:alpha val="9800"/>
                      </a:srgbClr>
                    </a:solidFill>
                  </a:tcPr>
                </a:tc>
              </a:tr>
            </a:tbl>
          </a:graphicData>
        </a:graphic>
      </p:graphicFrame>
      <p:sp>
        <p:nvSpPr>
          <p:cNvPr id="438" name="Google Shape;438;p37"/>
          <p:cNvSpPr txBox="1"/>
          <p:nvPr>
            <p:ph type="title"/>
          </p:nvPr>
        </p:nvSpPr>
        <p:spPr>
          <a:xfrm>
            <a:off x="4611125" y="4718875"/>
            <a:ext cx="284700" cy="214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8"/>
          <p:cNvSpPr txBox="1"/>
          <p:nvPr>
            <p:ph type="ctrTitle"/>
          </p:nvPr>
        </p:nvSpPr>
        <p:spPr>
          <a:xfrm>
            <a:off x="855300" y="1534047"/>
            <a:ext cx="51108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Sugestão:</a:t>
            </a:r>
            <a:endParaRPr/>
          </a:p>
        </p:txBody>
      </p:sp>
      <p:sp>
        <p:nvSpPr>
          <p:cNvPr id="444" name="Google Shape;444;p38"/>
          <p:cNvSpPr txBox="1"/>
          <p:nvPr>
            <p:ph idx="1" type="subTitle"/>
          </p:nvPr>
        </p:nvSpPr>
        <p:spPr>
          <a:xfrm>
            <a:off x="855300" y="2714548"/>
            <a:ext cx="5110800" cy="85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loja escolhida para expandir o seu tamanho!</a:t>
            </a:r>
            <a:endParaRPr/>
          </a:p>
          <a:p>
            <a:pPr indent="0" lvl="0" marL="0" rtl="0" algn="l">
              <a:spcBef>
                <a:spcPts val="800"/>
              </a:spcBef>
              <a:spcAft>
                <a:spcPts val="800"/>
              </a:spcAft>
              <a:buNone/>
            </a:pPr>
            <a:r>
              <a:t/>
            </a:r>
            <a:endParaRPr/>
          </a:p>
        </p:txBody>
      </p:sp>
      <p:grpSp>
        <p:nvGrpSpPr>
          <p:cNvPr id="445" name="Google Shape;445;p38"/>
          <p:cNvGrpSpPr/>
          <p:nvPr/>
        </p:nvGrpSpPr>
        <p:grpSpPr>
          <a:xfrm>
            <a:off x="5935829" y="1244288"/>
            <a:ext cx="2365919" cy="2654248"/>
            <a:chOff x="5449890" y="2388596"/>
            <a:chExt cx="677099" cy="759637"/>
          </a:xfrm>
        </p:grpSpPr>
        <p:sp>
          <p:nvSpPr>
            <p:cNvPr id="446" name="Google Shape;446;p38"/>
            <p:cNvSpPr/>
            <p:nvPr/>
          </p:nvSpPr>
          <p:spPr>
            <a:xfrm>
              <a:off x="5585132" y="2388596"/>
              <a:ext cx="505459" cy="685066"/>
            </a:xfrm>
            <a:custGeom>
              <a:rect b="b" l="l" r="r" t="t"/>
              <a:pathLst>
                <a:path extrusionOk="0" h="6850657" w="5054590">
                  <a:moveTo>
                    <a:pt x="735" y="0"/>
                  </a:moveTo>
                  <a:lnTo>
                    <a:pt x="5054591" y="2915017"/>
                  </a:lnTo>
                  <a:lnTo>
                    <a:pt x="5053856" y="6850657"/>
                  </a:lnTo>
                  <a:lnTo>
                    <a:pt x="0" y="3935640"/>
                  </a:lnTo>
                  <a:lnTo>
                    <a:pt x="735"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7" name="Google Shape;447;p38"/>
            <p:cNvSpPr/>
            <p:nvPr/>
          </p:nvSpPr>
          <p:spPr>
            <a:xfrm>
              <a:off x="5561622" y="2401314"/>
              <a:ext cx="505459" cy="685066"/>
            </a:xfrm>
            <a:custGeom>
              <a:rect b="b" l="l" r="r" t="t"/>
              <a:pathLst>
                <a:path extrusionOk="0" h="6850657" w="5054590">
                  <a:moveTo>
                    <a:pt x="735" y="0"/>
                  </a:moveTo>
                  <a:lnTo>
                    <a:pt x="5054591" y="2915017"/>
                  </a:lnTo>
                  <a:lnTo>
                    <a:pt x="5053856" y="6850657"/>
                  </a:lnTo>
                  <a:lnTo>
                    <a:pt x="0" y="3935640"/>
                  </a:lnTo>
                  <a:lnTo>
                    <a:pt x="735" y="0"/>
                  </a:ln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8" name="Google Shape;448;p38"/>
            <p:cNvSpPr/>
            <p:nvPr/>
          </p:nvSpPr>
          <p:spPr>
            <a:xfrm>
              <a:off x="5561695" y="2401314"/>
              <a:ext cx="504724" cy="344515"/>
            </a:xfrm>
            <a:custGeom>
              <a:rect b="b" l="l" r="r" t="t"/>
              <a:pathLst>
                <a:path extrusionOk="0" h="3445153" w="5047243">
                  <a:moveTo>
                    <a:pt x="0" y="0"/>
                  </a:moveTo>
                  <a:lnTo>
                    <a:pt x="5047243" y="2911346"/>
                  </a:lnTo>
                  <a:lnTo>
                    <a:pt x="5047243" y="3445154"/>
                  </a:lnTo>
                  <a:lnTo>
                    <a:pt x="0" y="533808"/>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9" name="Google Shape;449;p38"/>
            <p:cNvSpPr/>
            <p:nvPr/>
          </p:nvSpPr>
          <p:spPr>
            <a:xfrm>
              <a:off x="5514148" y="2579096"/>
              <a:ext cx="130645" cy="111534"/>
            </a:xfrm>
            <a:custGeom>
              <a:rect b="b" l="l" r="r" t="t"/>
              <a:pathLst>
                <a:path extrusionOk="0" h="1115342" w="1306448">
                  <a:moveTo>
                    <a:pt x="0" y="0"/>
                  </a:moveTo>
                  <a:lnTo>
                    <a:pt x="1306449" y="753352"/>
                  </a:lnTo>
                  <a:lnTo>
                    <a:pt x="1306449" y="1115343"/>
                  </a:lnTo>
                  <a:lnTo>
                    <a:pt x="0" y="361991"/>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0" name="Google Shape;450;p38"/>
            <p:cNvSpPr/>
            <p:nvPr/>
          </p:nvSpPr>
          <p:spPr>
            <a:xfrm>
              <a:off x="5873279" y="2780382"/>
              <a:ext cx="130645" cy="111534"/>
            </a:xfrm>
            <a:custGeom>
              <a:rect b="b" l="l" r="r" t="t"/>
              <a:pathLst>
                <a:path extrusionOk="0" h="1115343" w="1306449">
                  <a:moveTo>
                    <a:pt x="0" y="0"/>
                  </a:moveTo>
                  <a:lnTo>
                    <a:pt x="1306449" y="753352"/>
                  </a:lnTo>
                  <a:lnTo>
                    <a:pt x="1306449" y="1115343"/>
                  </a:lnTo>
                  <a:lnTo>
                    <a:pt x="0" y="361991"/>
                  </a:lnTo>
                  <a:lnTo>
                    <a:pt x="0" y="0"/>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38"/>
            <p:cNvSpPr/>
            <p:nvPr/>
          </p:nvSpPr>
          <p:spPr>
            <a:xfrm>
              <a:off x="5595689" y="2548855"/>
              <a:ext cx="289946" cy="179600"/>
            </a:xfrm>
            <a:custGeom>
              <a:rect b="b" l="l" r="r" t="t"/>
              <a:pathLst>
                <a:path extrusionOk="0" h="1796003" w="2899464">
                  <a:moveTo>
                    <a:pt x="0" y="0"/>
                  </a:moveTo>
                  <a:lnTo>
                    <a:pt x="2899464" y="1672647"/>
                  </a:lnTo>
                  <a:lnTo>
                    <a:pt x="2899464" y="1796003"/>
                  </a:lnTo>
                  <a:lnTo>
                    <a:pt x="0" y="12409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2" name="Google Shape;452;p38"/>
            <p:cNvSpPr/>
            <p:nvPr/>
          </p:nvSpPr>
          <p:spPr>
            <a:xfrm>
              <a:off x="5595689" y="2573678"/>
              <a:ext cx="250194" cy="156618"/>
            </a:xfrm>
            <a:custGeom>
              <a:rect b="b" l="l" r="r" t="t"/>
              <a:pathLst>
                <a:path extrusionOk="0" h="1566179" w="2501945">
                  <a:moveTo>
                    <a:pt x="0" y="0"/>
                  </a:moveTo>
                  <a:lnTo>
                    <a:pt x="2501946" y="1442823"/>
                  </a:lnTo>
                  <a:lnTo>
                    <a:pt x="2501946" y="1566179"/>
                  </a:lnTo>
                  <a:lnTo>
                    <a:pt x="0" y="123356"/>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3" name="Google Shape;453;p38"/>
            <p:cNvSpPr/>
            <p:nvPr/>
          </p:nvSpPr>
          <p:spPr>
            <a:xfrm>
              <a:off x="5595689" y="2598207"/>
              <a:ext cx="212867" cy="135104"/>
            </a:xfrm>
            <a:custGeom>
              <a:rect b="b" l="l" r="r" t="t"/>
              <a:pathLst>
                <a:path extrusionOk="0" h="1351040" w="2128674">
                  <a:moveTo>
                    <a:pt x="0" y="0"/>
                  </a:moveTo>
                  <a:lnTo>
                    <a:pt x="2128674" y="1227685"/>
                  </a:lnTo>
                  <a:lnTo>
                    <a:pt x="2128674" y="1351041"/>
                  </a:lnTo>
                  <a:lnTo>
                    <a:pt x="0" y="123356"/>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4" name="Google Shape;454;p38"/>
            <p:cNvSpPr/>
            <p:nvPr/>
          </p:nvSpPr>
          <p:spPr>
            <a:xfrm>
              <a:off x="5474506" y="2661489"/>
              <a:ext cx="212280" cy="231733"/>
            </a:xfrm>
            <a:custGeom>
              <a:rect b="b" l="l" r="r" t="t"/>
              <a:pathLst>
                <a:path extrusionOk="0" h="2317328" w="2122796">
                  <a:moveTo>
                    <a:pt x="0" y="0"/>
                  </a:moveTo>
                  <a:lnTo>
                    <a:pt x="2122796" y="1224014"/>
                  </a:lnTo>
                  <a:lnTo>
                    <a:pt x="2122796" y="2317328"/>
                  </a:lnTo>
                  <a:lnTo>
                    <a:pt x="0" y="1093315"/>
                  </a:lnTo>
                  <a:lnTo>
                    <a:pt x="0" y="0"/>
                  </a:ln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5" name="Google Shape;455;p38"/>
            <p:cNvSpPr/>
            <p:nvPr/>
          </p:nvSpPr>
          <p:spPr>
            <a:xfrm>
              <a:off x="5595689" y="2437983"/>
              <a:ext cx="20868" cy="31247"/>
            </a:xfrm>
            <a:custGeom>
              <a:rect b="b" l="l" r="r" t="t"/>
              <a:pathLst>
                <a:path extrusionOk="0" h="312470" w="208679">
                  <a:moveTo>
                    <a:pt x="208679" y="216028"/>
                  </a:moveTo>
                  <a:cubicBezTo>
                    <a:pt x="208679" y="296062"/>
                    <a:pt x="161653" y="333509"/>
                    <a:pt x="104340" y="300468"/>
                  </a:cubicBezTo>
                  <a:cubicBezTo>
                    <a:pt x="47026" y="267426"/>
                    <a:pt x="0" y="175643"/>
                    <a:pt x="0" y="96343"/>
                  </a:cubicBezTo>
                  <a:cubicBezTo>
                    <a:pt x="0" y="17043"/>
                    <a:pt x="47026" y="-21139"/>
                    <a:pt x="104340" y="11903"/>
                  </a:cubicBezTo>
                  <a:cubicBezTo>
                    <a:pt x="161653" y="44945"/>
                    <a:pt x="208679" y="136727"/>
                    <a:pt x="208679" y="216028"/>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6" name="Google Shape;456;p38"/>
            <p:cNvSpPr/>
            <p:nvPr/>
          </p:nvSpPr>
          <p:spPr>
            <a:xfrm>
              <a:off x="5872018" y="2838394"/>
              <a:ext cx="254971" cy="256404"/>
            </a:xfrm>
            <a:custGeom>
              <a:rect b="b" l="l" r="r" t="t"/>
              <a:pathLst>
                <a:path extrusionOk="0" h="2564040" w="2549706">
                  <a:moveTo>
                    <a:pt x="0" y="0"/>
                  </a:moveTo>
                  <a:lnTo>
                    <a:pt x="2549707" y="1470725"/>
                  </a:lnTo>
                  <a:lnTo>
                    <a:pt x="2549707" y="2564040"/>
                  </a:lnTo>
                  <a:lnTo>
                    <a:pt x="0" y="1093315"/>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7" name="Google Shape;457;p38"/>
            <p:cNvSpPr/>
            <p:nvPr/>
          </p:nvSpPr>
          <p:spPr>
            <a:xfrm>
              <a:off x="5890847" y="2871416"/>
              <a:ext cx="38429" cy="58374"/>
            </a:xfrm>
            <a:custGeom>
              <a:rect b="b" l="l" r="r" t="t"/>
              <a:pathLst>
                <a:path extrusionOk="0" h="583737" w="384292">
                  <a:moveTo>
                    <a:pt x="0" y="0"/>
                  </a:moveTo>
                  <a:lnTo>
                    <a:pt x="384293" y="221747"/>
                  </a:lnTo>
                  <a:lnTo>
                    <a:pt x="384293" y="583738"/>
                  </a:lnTo>
                  <a:lnTo>
                    <a:pt x="0" y="361991"/>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8" name="Google Shape;458;p38"/>
            <p:cNvSpPr/>
            <p:nvPr/>
          </p:nvSpPr>
          <p:spPr>
            <a:xfrm>
              <a:off x="5938027" y="2899900"/>
              <a:ext cx="38429" cy="58374"/>
            </a:xfrm>
            <a:custGeom>
              <a:rect b="b" l="l" r="r" t="t"/>
              <a:pathLst>
                <a:path extrusionOk="0" h="583737" w="384293">
                  <a:moveTo>
                    <a:pt x="0" y="0"/>
                  </a:moveTo>
                  <a:lnTo>
                    <a:pt x="384293" y="221747"/>
                  </a:lnTo>
                  <a:lnTo>
                    <a:pt x="384293" y="583738"/>
                  </a:lnTo>
                  <a:lnTo>
                    <a:pt x="0" y="361991"/>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9" name="Google Shape;459;p38"/>
            <p:cNvSpPr/>
            <p:nvPr/>
          </p:nvSpPr>
          <p:spPr>
            <a:xfrm>
              <a:off x="5985208" y="2926626"/>
              <a:ext cx="38429" cy="58374"/>
            </a:xfrm>
            <a:custGeom>
              <a:rect b="b" l="l" r="r" t="t"/>
              <a:pathLst>
                <a:path extrusionOk="0" h="583737" w="384292">
                  <a:moveTo>
                    <a:pt x="0" y="0"/>
                  </a:moveTo>
                  <a:lnTo>
                    <a:pt x="384293" y="221747"/>
                  </a:lnTo>
                  <a:lnTo>
                    <a:pt x="384293" y="583738"/>
                  </a:lnTo>
                  <a:lnTo>
                    <a:pt x="0" y="361257"/>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0" name="Google Shape;460;p38"/>
            <p:cNvSpPr/>
            <p:nvPr/>
          </p:nvSpPr>
          <p:spPr>
            <a:xfrm>
              <a:off x="6032389" y="2955109"/>
              <a:ext cx="38429" cy="58374"/>
            </a:xfrm>
            <a:custGeom>
              <a:rect b="b" l="l" r="r" t="t"/>
              <a:pathLst>
                <a:path extrusionOk="0" h="583737" w="384292">
                  <a:moveTo>
                    <a:pt x="0" y="0"/>
                  </a:moveTo>
                  <a:lnTo>
                    <a:pt x="384293" y="221747"/>
                  </a:lnTo>
                  <a:lnTo>
                    <a:pt x="384293" y="583738"/>
                  </a:lnTo>
                  <a:lnTo>
                    <a:pt x="0" y="361991"/>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1" name="Google Shape;461;p38"/>
            <p:cNvSpPr/>
            <p:nvPr/>
          </p:nvSpPr>
          <p:spPr>
            <a:xfrm>
              <a:off x="5449890" y="2673790"/>
              <a:ext cx="212279" cy="231733"/>
            </a:xfrm>
            <a:custGeom>
              <a:rect b="b" l="l" r="r" t="t"/>
              <a:pathLst>
                <a:path extrusionOk="0" h="2317328" w="2122795">
                  <a:moveTo>
                    <a:pt x="0" y="0"/>
                  </a:moveTo>
                  <a:lnTo>
                    <a:pt x="2122796" y="1224014"/>
                  </a:lnTo>
                  <a:lnTo>
                    <a:pt x="2122796" y="2317329"/>
                  </a:lnTo>
                  <a:lnTo>
                    <a:pt x="0" y="1093315"/>
                  </a:lnTo>
                  <a:lnTo>
                    <a:pt x="0" y="0"/>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2" name="Google Shape;462;p38"/>
            <p:cNvSpPr/>
            <p:nvPr/>
          </p:nvSpPr>
          <p:spPr>
            <a:xfrm>
              <a:off x="5464322" y="2708351"/>
              <a:ext cx="168633" cy="109625"/>
            </a:xfrm>
            <a:custGeom>
              <a:rect b="b" l="l" r="r" t="t"/>
              <a:pathLst>
                <a:path extrusionOk="0" h="1096251" w="1686333">
                  <a:moveTo>
                    <a:pt x="0" y="0"/>
                  </a:moveTo>
                  <a:lnTo>
                    <a:pt x="1686333" y="972896"/>
                  </a:lnTo>
                  <a:lnTo>
                    <a:pt x="1686333" y="1096252"/>
                  </a:lnTo>
                  <a:lnTo>
                    <a:pt x="0" y="12409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3" name="Google Shape;463;p38"/>
            <p:cNvSpPr/>
            <p:nvPr/>
          </p:nvSpPr>
          <p:spPr>
            <a:xfrm>
              <a:off x="5464322" y="2733173"/>
              <a:ext cx="135054" cy="90241"/>
            </a:xfrm>
            <a:custGeom>
              <a:rect b="b" l="l" r="r" t="t"/>
              <a:pathLst>
                <a:path extrusionOk="0" h="902407" w="1350536">
                  <a:moveTo>
                    <a:pt x="0" y="0"/>
                  </a:moveTo>
                  <a:lnTo>
                    <a:pt x="1350536" y="779051"/>
                  </a:lnTo>
                  <a:lnTo>
                    <a:pt x="1350536" y="902407"/>
                  </a:lnTo>
                  <a:lnTo>
                    <a:pt x="0" y="123356"/>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4" name="Google Shape;464;p38"/>
            <p:cNvSpPr/>
            <p:nvPr/>
          </p:nvSpPr>
          <p:spPr>
            <a:xfrm>
              <a:off x="5681609" y="2910721"/>
              <a:ext cx="170985" cy="237512"/>
            </a:xfrm>
            <a:custGeom>
              <a:rect b="b" l="l" r="r" t="t"/>
              <a:pathLst>
                <a:path extrusionOk="0" h="2375115" w="1709846">
                  <a:moveTo>
                    <a:pt x="714212" y="714693"/>
                  </a:moveTo>
                  <a:cubicBezTo>
                    <a:pt x="714212" y="860077"/>
                    <a:pt x="681881" y="953328"/>
                    <a:pt x="617220" y="993713"/>
                  </a:cubicBezTo>
                  <a:cubicBezTo>
                    <a:pt x="552559" y="1034097"/>
                    <a:pt x="465854" y="1023083"/>
                    <a:pt x="357106" y="959937"/>
                  </a:cubicBezTo>
                  <a:cubicBezTo>
                    <a:pt x="248358" y="897525"/>
                    <a:pt x="161653" y="808679"/>
                    <a:pt x="96992" y="693400"/>
                  </a:cubicBezTo>
                  <a:cubicBezTo>
                    <a:pt x="32331" y="578855"/>
                    <a:pt x="0" y="448157"/>
                    <a:pt x="0" y="302773"/>
                  </a:cubicBezTo>
                  <a:cubicBezTo>
                    <a:pt x="0" y="157389"/>
                    <a:pt x="32331" y="64138"/>
                    <a:pt x="96992" y="23754"/>
                  </a:cubicBezTo>
                  <a:cubicBezTo>
                    <a:pt x="161653" y="-16631"/>
                    <a:pt x="248358" y="-5617"/>
                    <a:pt x="357106" y="57529"/>
                  </a:cubicBezTo>
                  <a:cubicBezTo>
                    <a:pt x="465854" y="120676"/>
                    <a:pt x="552559" y="208788"/>
                    <a:pt x="617220" y="324067"/>
                  </a:cubicBezTo>
                  <a:cubicBezTo>
                    <a:pt x="681881" y="438611"/>
                    <a:pt x="714212" y="568576"/>
                    <a:pt x="714212" y="714693"/>
                  </a:cubicBezTo>
                  <a:close/>
                  <a:moveTo>
                    <a:pt x="486428" y="583261"/>
                  </a:moveTo>
                  <a:cubicBezTo>
                    <a:pt x="486428" y="503961"/>
                    <a:pt x="474672" y="440080"/>
                    <a:pt x="450424" y="390150"/>
                  </a:cubicBezTo>
                  <a:cubicBezTo>
                    <a:pt x="426176" y="340220"/>
                    <a:pt x="395315" y="304976"/>
                    <a:pt x="357841" y="282948"/>
                  </a:cubicBezTo>
                  <a:cubicBezTo>
                    <a:pt x="318897" y="260186"/>
                    <a:pt x="287301" y="260186"/>
                    <a:pt x="263053" y="281479"/>
                  </a:cubicBezTo>
                  <a:cubicBezTo>
                    <a:pt x="240275" y="304242"/>
                    <a:pt x="228518" y="354905"/>
                    <a:pt x="228518" y="433471"/>
                  </a:cubicBezTo>
                  <a:cubicBezTo>
                    <a:pt x="228518" y="512771"/>
                    <a:pt x="240275" y="577387"/>
                    <a:pt x="263053" y="627316"/>
                  </a:cubicBezTo>
                  <a:cubicBezTo>
                    <a:pt x="287301" y="677246"/>
                    <a:pt x="318897" y="713225"/>
                    <a:pt x="357841" y="735253"/>
                  </a:cubicBezTo>
                  <a:cubicBezTo>
                    <a:pt x="395315" y="757281"/>
                    <a:pt x="426176" y="757281"/>
                    <a:pt x="450424" y="735253"/>
                  </a:cubicBezTo>
                  <a:cubicBezTo>
                    <a:pt x="473937" y="713225"/>
                    <a:pt x="486428" y="661827"/>
                    <a:pt x="486428" y="583261"/>
                  </a:cubicBezTo>
                  <a:close/>
                  <a:moveTo>
                    <a:pt x="1107322" y="527457"/>
                  </a:moveTo>
                  <a:lnTo>
                    <a:pt x="1387275" y="688994"/>
                  </a:lnTo>
                  <a:lnTo>
                    <a:pt x="598850" y="1845456"/>
                  </a:lnTo>
                  <a:lnTo>
                    <a:pt x="318897" y="1683918"/>
                  </a:lnTo>
                  <a:lnTo>
                    <a:pt x="1107322" y="527457"/>
                  </a:lnTo>
                  <a:close/>
                  <a:moveTo>
                    <a:pt x="1709846" y="2072343"/>
                  </a:moveTo>
                  <a:cubicBezTo>
                    <a:pt x="1709846" y="2217726"/>
                    <a:pt x="1677516" y="2310978"/>
                    <a:pt x="1612855" y="2351362"/>
                  </a:cubicBezTo>
                  <a:cubicBezTo>
                    <a:pt x="1548194" y="2391746"/>
                    <a:pt x="1461489" y="2380732"/>
                    <a:pt x="1352741" y="2317586"/>
                  </a:cubicBezTo>
                  <a:cubicBezTo>
                    <a:pt x="1243992" y="2255174"/>
                    <a:pt x="1157288" y="2166328"/>
                    <a:pt x="1092626" y="2051049"/>
                  </a:cubicBezTo>
                  <a:cubicBezTo>
                    <a:pt x="1027965" y="1936504"/>
                    <a:pt x="995635" y="1805806"/>
                    <a:pt x="995635" y="1660422"/>
                  </a:cubicBezTo>
                  <a:cubicBezTo>
                    <a:pt x="995635" y="1515038"/>
                    <a:pt x="1027965" y="1421787"/>
                    <a:pt x="1092626" y="1381403"/>
                  </a:cubicBezTo>
                  <a:cubicBezTo>
                    <a:pt x="1157288" y="1341019"/>
                    <a:pt x="1243992" y="1352032"/>
                    <a:pt x="1352741" y="1415179"/>
                  </a:cubicBezTo>
                  <a:cubicBezTo>
                    <a:pt x="1461489" y="1477591"/>
                    <a:pt x="1548194" y="1566436"/>
                    <a:pt x="1612855" y="1681715"/>
                  </a:cubicBezTo>
                  <a:cubicBezTo>
                    <a:pt x="1677516" y="1796260"/>
                    <a:pt x="1709846" y="1926959"/>
                    <a:pt x="1709846" y="2072343"/>
                  </a:cubicBezTo>
                  <a:close/>
                  <a:moveTo>
                    <a:pt x="1482063" y="1940910"/>
                  </a:moveTo>
                  <a:cubicBezTo>
                    <a:pt x="1482063" y="1861609"/>
                    <a:pt x="1470306" y="1797729"/>
                    <a:pt x="1446058" y="1747799"/>
                  </a:cubicBezTo>
                  <a:cubicBezTo>
                    <a:pt x="1421810" y="1697869"/>
                    <a:pt x="1390949" y="1662625"/>
                    <a:pt x="1353475" y="1640597"/>
                  </a:cubicBezTo>
                  <a:cubicBezTo>
                    <a:pt x="1314532" y="1617835"/>
                    <a:pt x="1282936" y="1617835"/>
                    <a:pt x="1258688" y="1639128"/>
                  </a:cubicBezTo>
                  <a:cubicBezTo>
                    <a:pt x="1235910" y="1661890"/>
                    <a:pt x="1224153" y="1712555"/>
                    <a:pt x="1224153" y="1791121"/>
                  </a:cubicBezTo>
                  <a:cubicBezTo>
                    <a:pt x="1224153" y="1870421"/>
                    <a:pt x="1235910" y="1935036"/>
                    <a:pt x="1258688" y="1984965"/>
                  </a:cubicBezTo>
                  <a:cubicBezTo>
                    <a:pt x="1282936" y="2034895"/>
                    <a:pt x="1314532" y="2070874"/>
                    <a:pt x="1353475" y="2092902"/>
                  </a:cubicBezTo>
                  <a:cubicBezTo>
                    <a:pt x="1390949" y="2114930"/>
                    <a:pt x="1421810" y="2114930"/>
                    <a:pt x="1446058" y="2092902"/>
                  </a:cubicBezTo>
                  <a:cubicBezTo>
                    <a:pt x="1469571" y="2071608"/>
                    <a:pt x="1482063" y="2020210"/>
                    <a:pt x="1482063" y="1940910"/>
                  </a:cubicBezTo>
                  <a:close/>
                </a:path>
              </a:pathLst>
            </a:custGeom>
            <a:gradFill>
              <a:gsLst>
                <a:gs pos="0">
                  <a:schemeClr val="accent1">
                    <a:alpha val="29800"/>
                  </a:schemeClr>
                </a:gs>
                <a:gs pos="100000">
                  <a:schemeClr val="accent2">
                    <a:alpha val="29800"/>
                  </a:scheme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p39"/>
          <p:cNvPicPr preferRelativeResize="0"/>
          <p:nvPr/>
        </p:nvPicPr>
        <p:blipFill>
          <a:blip r:embed="rId3">
            <a:alphaModFix/>
          </a:blip>
          <a:stretch>
            <a:fillRect/>
          </a:stretch>
        </p:blipFill>
        <p:spPr>
          <a:xfrm>
            <a:off x="4709100" y="1369350"/>
            <a:ext cx="3605425" cy="2404800"/>
          </a:xfrm>
          <a:prstGeom prst="rect">
            <a:avLst/>
          </a:prstGeom>
          <a:noFill/>
          <a:ln>
            <a:noFill/>
          </a:ln>
        </p:spPr>
      </p:pic>
      <p:sp>
        <p:nvSpPr>
          <p:cNvPr id="470" name="Google Shape;470;p39"/>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1" name="Google Shape;471;p39"/>
          <p:cNvSpPr txBox="1"/>
          <p:nvPr>
            <p:ph idx="4294967295" type="body"/>
          </p:nvPr>
        </p:nvSpPr>
        <p:spPr>
          <a:xfrm>
            <a:off x="855300" y="373650"/>
            <a:ext cx="1601700" cy="43962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 sz="2600">
                <a:solidFill>
                  <a:schemeClr val="accent1"/>
                </a:solidFill>
                <a:latin typeface="Barlow"/>
                <a:ea typeface="Barlow"/>
                <a:cs typeface="Barlow"/>
                <a:sym typeface="Barlow"/>
              </a:rPr>
              <a:t>Loja 20</a:t>
            </a:r>
            <a:endParaRPr sz="2600"/>
          </a:p>
        </p:txBody>
      </p:sp>
      <p:sp>
        <p:nvSpPr>
          <p:cNvPr id="472" name="Google Shape;472;p39"/>
          <p:cNvSpPr txBox="1"/>
          <p:nvPr>
            <p:ph idx="4294967295" type="body"/>
          </p:nvPr>
        </p:nvSpPr>
        <p:spPr>
          <a:xfrm>
            <a:off x="2301225" y="373600"/>
            <a:ext cx="2239800" cy="4396200"/>
          </a:xfrm>
          <a:prstGeom prst="rect">
            <a:avLst/>
          </a:prstGeom>
        </p:spPr>
        <p:txBody>
          <a:bodyPr anchorCtr="0" anchor="ctr" bIns="0" lIns="0" spcFirstLastPara="1" rIns="0" wrap="square" tIns="0">
            <a:noAutofit/>
          </a:bodyPr>
          <a:lstStyle/>
          <a:p>
            <a:pPr indent="0" lvl="0" marL="0" rtl="0" algn="l">
              <a:spcBef>
                <a:spcPts val="0"/>
              </a:spcBef>
              <a:spcAft>
                <a:spcPts val="800"/>
              </a:spcAft>
              <a:buNone/>
            </a:pPr>
            <a:r>
              <a:rPr lang="en" sz="1700"/>
              <a:t>A loja 20 é a melhor opção para expandir o seu tamanho! Com o maior faturamento e vendas nos feriados, sua venda média por semana impressiona.</a:t>
            </a:r>
            <a:endParaRPr sz="1700"/>
          </a:p>
        </p:txBody>
      </p:sp>
      <p:grpSp>
        <p:nvGrpSpPr>
          <p:cNvPr id="473" name="Google Shape;473;p39"/>
          <p:cNvGrpSpPr/>
          <p:nvPr/>
        </p:nvGrpSpPr>
        <p:grpSpPr>
          <a:xfrm>
            <a:off x="4243174" y="1241129"/>
            <a:ext cx="4537267" cy="2661148"/>
            <a:chOff x="4243174" y="1241129"/>
            <a:chExt cx="4537267" cy="2661148"/>
          </a:xfrm>
        </p:grpSpPr>
        <p:sp>
          <p:nvSpPr>
            <p:cNvPr id="474" name="Google Shape;474;p39"/>
            <p:cNvSpPr/>
            <p:nvPr/>
          </p:nvSpPr>
          <p:spPr>
            <a:xfrm>
              <a:off x="4614624" y="1241129"/>
              <a:ext cx="3793780" cy="2539405"/>
            </a:xfrm>
            <a:custGeom>
              <a:rect b="b" l="l" r="r" t="t"/>
              <a:pathLst>
                <a:path extrusionOk="0" h="3454973" w="5161606">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rgbClr val="FFFFFF">
                    <a:alpha val="29803"/>
                  </a:srgbClr>
                </a:gs>
                <a:gs pos="100000">
                  <a:srgbClr val="FFFFFF">
                    <a:alpha val="0"/>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39"/>
            <p:cNvSpPr/>
            <p:nvPr/>
          </p:nvSpPr>
          <p:spPr>
            <a:xfrm>
              <a:off x="4243174" y="3832321"/>
              <a:ext cx="4537267" cy="69956"/>
            </a:xfrm>
            <a:custGeom>
              <a:rect b="b" l="l" r="r" t="t"/>
              <a:pathLst>
                <a:path extrusionOk="0" h="95178" w="6173152">
                  <a:moveTo>
                    <a:pt x="0" y="0"/>
                  </a:moveTo>
                  <a:cubicBezTo>
                    <a:pt x="0" y="0"/>
                    <a:pt x="129540" y="95178"/>
                    <a:pt x="450533" y="95178"/>
                  </a:cubicBezTo>
                  <a:lnTo>
                    <a:pt x="5817870" y="95178"/>
                  </a:lnTo>
                  <a:cubicBezTo>
                    <a:pt x="5948363" y="95178"/>
                    <a:pt x="6173153" y="0"/>
                    <a:pt x="6173153" y="0"/>
                  </a:cubicBezTo>
                  <a:lnTo>
                    <a:pt x="0" y="0"/>
                  </a:lnTo>
                  <a:close/>
                </a:path>
              </a:pathLst>
            </a:custGeom>
            <a:solidFill>
              <a:srgbClr val="FFFFFF">
                <a:alpha val="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39"/>
            <p:cNvSpPr/>
            <p:nvPr/>
          </p:nvSpPr>
          <p:spPr>
            <a:xfrm>
              <a:off x="4243174" y="3776295"/>
              <a:ext cx="4536567" cy="55964"/>
            </a:xfrm>
            <a:custGeom>
              <a:rect b="b" l="l" r="r" t="t"/>
              <a:pathLst>
                <a:path extrusionOk="0" h="76142" w="6172200">
                  <a:moveTo>
                    <a:pt x="0" y="76143"/>
                  </a:moveTo>
                  <a:lnTo>
                    <a:pt x="6172200" y="76143"/>
                  </a:lnTo>
                  <a:lnTo>
                    <a:pt x="6172200" y="0"/>
                  </a:lnTo>
                  <a:lnTo>
                    <a:pt x="0" y="0"/>
                  </a:lnTo>
                  <a:close/>
                </a:path>
              </a:pathLst>
            </a:custGeom>
            <a:solidFill>
              <a:srgbClr val="FFFFFF">
                <a:alpha val="2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39"/>
            <p:cNvSpPr/>
            <p:nvPr/>
          </p:nvSpPr>
          <p:spPr>
            <a:xfrm>
              <a:off x="6177518" y="3776295"/>
              <a:ext cx="664383" cy="34978"/>
            </a:xfrm>
            <a:custGeom>
              <a:rect b="b" l="l" r="r" t="t"/>
              <a:pathLst>
                <a:path extrusionOk="0" h="47589" w="903922">
                  <a:moveTo>
                    <a:pt x="0" y="0"/>
                  </a:moveTo>
                  <a:cubicBezTo>
                    <a:pt x="0" y="0"/>
                    <a:pt x="26670" y="47589"/>
                    <a:pt x="53340" y="47589"/>
                  </a:cubicBezTo>
                  <a:lnTo>
                    <a:pt x="850582" y="47589"/>
                  </a:lnTo>
                  <a:cubicBezTo>
                    <a:pt x="877253" y="47589"/>
                    <a:pt x="903922" y="0"/>
                    <a:pt x="903922" y="0"/>
                  </a:cubicBezTo>
                  <a:lnTo>
                    <a:pt x="0" y="0"/>
                  </a:lnTo>
                  <a:close/>
                </a:path>
              </a:pathLst>
            </a:custGeom>
            <a:solidFill>
              <a:srgbClr val="FFFFFF">
                <a:alpha val="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0"/>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Informações do Autor:</a:t>
            </a:r>
            <a:endParaRPr/>
          </a:p>
        </p:txBody>
      </p:sp>
      <p:sp>
        <p:nvSpPr>
          <p:cNvPr id="483" name="Google Shape;483;p40"/>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pSp>
        <p:nvGrpSpPr>
          <p:cNvPr id="484" name="Google Shape;484;p40"/>
          <p:cNvGrpSpPr/>
          <p:nvPr/>
        </p:nvGrpSpPr>
        <p:grpSpPr>
          <a:xfrm>
            <a:off x="5428978" y="1154824"/>
            <a:ext cx="3074850" cy="2833852"/>
            <a:chOff x="3901448" y="1603620"/>
            <a:chExt cx="642025" cy="684522"/>
          </a:xfrm>
        </p:grpSpPr>
        <p:sp>
          <p:nvSpPr>
            <p:cNvPr id="485" name="Google Shape;485;p40"/>
            <p:cNvSpPr/>
            <p:nvPr/>
          </p:nvSpPr>
          <p:spPr>
            <a:xfrm>
              <a:off x="4417115" y="1603620"/>
              <a:ext cx="125464" cy="188513"/>
            </a:xfrm>
            <a:custGeom>
              <a:rect b="b" l="l" r="r" t="t"/>
              <a:pathLst>
                <a:path extrusionOk="0" h="1885134" w="1254638">
                  <a:moveTo>
                    <a:pt x="1254638" y="1305215"/>
                  </a:moveTo>
                  <a:cubicBezTo>
                    <a:pt x="1254638" y="1785455"/>
                    <a:pt x="973936" y="2012559"/>
                    <a:pt x="626871" y="1812384"/>
                  </a:cubicBezTo>
                  <a:cubicBezTo>
                    <a:pt x="280702" y="1612210"/>
                    <a:pt x="0" y="1061056"/>
                    <a:pt x="0" y="579919"/>
                  </a:cubicBezTo>
                  <a:cubicBezTo>
                    <a:pt x="0" y="99680"/>
                    <a:pt x="280702" y="-127424"/>
                    <a:pt x="627767" y="72750"/>
                  </a:cubicBezTo>
                  <a:cubicBezTo>
                    <a:pt x="973936" y="272925"/>
                    <a:pt x="1254638" y="824976"/>
                    <a:pt x="1254638" y="1305215"/>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6" name="Google Shape;486;p40"/>
            <p:cNvSpPr/>
            <p:nvPr/>
          </p:nvSpPr>
          <p:spPr>
            <a:xfrm>
              <a:off x="4187314" y="1682392"/>
              <a:ext cx="125464" cy="188513"/>
            </a:xfrm>
            <a:custGeom>
              <a:rect b="b" l="l" r="r" t="t"/>
              <a:pathLst>
                <a:path extrusionOk="0" h="1885134" w="1254637">
                  <a:moveTo>
                    <a:pt x="1254638" y="1305215"/>
                  </a:moveTo>
                  <a:cubicBezTo>
                    <a:pt x="1254638" y="1785455"/>
                    <a:pt x="973936" y="2012559"/>
                    <a:pt x="626870" y="1812384"/>
                  </a:cubicBezTo>
                  <a:cubicBezTo>
                    <a:pt x="280702" y="1612210"/>
                    <a:pt x="0" y="1060159"/>
                    <a:pt x="0" y="579919"/>
                  </a:cubicBezTo>
                  <a:cubicBezTo>
                    <a:pt x="0" y="99680"/>
                    <a:pt x="280702" y="-127424"/>
                    <a:pt x="627767" y="72750"/>
                  </a:cubicBezTo>
                  <a:cubicBezTo>
                    <a:pt x="973936" y="272925"/>
                    <a:pt x="1254638" y="824976"/>
                    <a:pt x="1254638" y="1305215"/>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7" name="Google Shape;487;p40"/>
            <p:cNvSpPr/>
            <p:nvPr/>
          </p:nvSpPr>
          <p:spPr>
            <a:xfrm>
              <a:off x="4418009" y="2002853"/>
              <a:ext cx="125464" cy="188513"/>
            </a:xfrm>
            <a:custGeom>
              <a:rect b="b" l="l" r="r" t="t"/>
              <a:pathLst>
                <a:path extrusionOk="0" h="1885134" w="1254638">
                  <a:moveTo>
                    <a:pt x="1254638" y="1305216"/>
                  </a:moveTo>
                  <a:cubicBezTo>
                    <a:pt x="1254638" y="1785455"/>
                    <a:pt x="973936" y="2012559"/>
                    <a:pt x="626871" y="1812385"/>
                  </a:cubicBezTo>
                  <a:cubicBezTo>
                    <a:pt x="280702" y="1612210"/>
                    <a:pt x="0" y="1060158"/>
                    <a:pt x="0" y="579919"/>
                  </a:cubicBezTo>
                  <a:cubicBezTo>
                    <a:pt x="0" y="99680"/>
                    <a:pt x="280702" y="-127424"/>
                    <a:pt x="627767" y="72750"/>
                  </a:cubicBezTo>
                  <a:cubicBezTo>
                    <a:pt x="973936" y="272925"/>
                    <a:pt x="1254638" y="824976"/>
                    <a:pt x="1254638" y="1305216"/>
                  </a:cubicBezTo>
                  <a:close/>
                </a:path>
              </a:pathLst>
            </a:custGeom>
            <a:solidFill>
              <a:srgbClr val="FFFFFF">
                <a:alpha val="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8" name="Google Shape;488;p40"/>
            <p:cNvSpPr/>
            <p:nvPr/>
          </p:nvSpPr>
          <p:spPr>
            <a:xfrm>
              <a:off x="4151994" y="1630832"/>
              <a:ext cx="355854" cy="588504"/>
            </a:xfrm>
            <a:custGeom>
              <a:rect b="b" l="l" r="r" t="t"/>
              <a:pathLst>
                <a:path extrusionOk="0" h="5885036" w="3558543">
                  <a:moveTo>
                    <a:pt x="2930777" y="1812384"/>
                  </a:moveTo>
                  <a:cubicBezTo>
                    <a:pt x="3276946" y="2012559"/>
                    <a:pt x="3557647" y="1785455"/>
                    <a:pt x="3558544" y="1305215"/>
                  </a:cubicBezTo>
                  <a:cubicBezTo>
                    <a:pt x="3558544" y="824976"/>
                    <a:pt x="3277842" y="272925"/>
                    <a:pt x="2931674" y="72750"/>
                  </a:cubicBezTo>
                  <a:cubicBezTo>
                    <a:pt x="2585505" y="-127424"/>
                    <a:pt x="2304803" y="99680"/>
                    <a:pt x="2303906" y="579919"/>
                  </a:cubicBezTo>
                  <a:cubicBezTo>
                    <a:pt x="2303906" y="685841"/>
                    <a:pt x="2317359" y="794456"/>
                    <a:pt x="2342469" y="902173"/>
                  </a:cubicBezTo>
                  <a:lnTo>
                    <a:pt x="1066308" y="1378822"/>
                  </a:lnTo>
                  <a:cubicBezTo>
                    <a:pt x="953309" y="1160695"/>
                    <a:pt x="798161" y="976678"/>
                    <a:pt x="627767" y="877937"/>
                  </a:cubicBezTo>
                  <a:cubicBezTo>
                    <a:pt x="281598" y="677762"/>
                    <a:pt x="897" y="904866"/>
                    <a:pt x="0" y="1385106"/>
                  </a:cubicBezTo>
                  <a:cubicBezTo>
                    <a:pt x="0" y="1865345"/>
                    <a:pt x="280702" y="2417397"/>
                    <a:pt x="626870" y="2617571"/>
                  </a:cubicBezTo>
                  <a:cubicBezTo>
                    <a:pt x="790987" y="2712721"/>
                    <a:pt x="940754" y="2710926"/>
                    <a:pt x="1052855" y="2632831"/>
                  </a:cubicBezTo>
                  <a:lnTo>
                    <a:pt x="2303906" y="4545710"/>
                  </a:lnTo>
                  <a:cubicBezTo>
                    <a:pt x="2303906" y="4557380"/>
                    <a:pt x="2303009" y="4568151"/>
                    <a:pt x="2303009" y="4579821"/>
                  </a:cubicBezTo>
                  <a:cubicBezTo>
                    <a:pt x="2303009" y="5060060"/>
                    <a:pt x="2583711" y="5612111"/>
                    <a:pt x="2929880" y="5812286"/>
                  </a:cubicBezTo>
                  <a:cubicBezTo>
                    <a:pt x="3276049" y="6012461"/>
                    <a:pt x="3556750" y="5785357"/>
                    <a:pt x="3557647" y="5305117"/>
                  </a:cubicBezTo>
                  <a:cubicBezTo>
                    <a:pt x="3557647" y="4824878"/>
                    <a:pt x="3276946" y="4272827"/>
                    <a:pt x="2930777" y="4072652"/>
                  </a:cubicBezTo>
                  <a:cubicBezTo>
                    <a:pt x="2702987" y="3941596"/>
                    <a:pt x="2503895" y="3994557"/>
                    <a:pt x="2393587" y="4182164"/>
                  </a:cubicBezTo>
                  <a:lnTo>
                    <a:pt x="1217869" y="2384184"/>
                  </a:lnTo>
                  <a:cubicBezTo>
                    <a:pt x="1242083" y="2306088"/>
                    <a:pt x="1254638" y="2214529"/>
                    <a:pt x="1254638" y="2110402"/>
                  </a:cubicBezTo>
                  <a:cubicBezTo>
                    <a:pt x="1254638" y="2015252"/>
                    <a:pt x="1243876" y="1918306"/>
                    <a:pt x="1223249" y="1821361"/>
                  </a:cubicBezTo>
                  <a:lnTo>
                    <a:pt x="2508379" y="1341121"/>
                  </a:lnTo>
                  <a:cubicBezTo>
                    <a:pt x="2619583" y="1546682"/>
                    <a:pt x="2768454" y="1718132"/>
                    <a:pt x="2930777" y="1812384"/>
                  </a:cubicBezTo>
                  <a:close/>
                </a:path>
              </a:pathLst>
            </a:custGeom>
            <a:gradFill>
              <a:gsLst>
                <a:gs pos="0">
                  <a:srgbClr val="FFFFFF">
                    <a:alpha val="49803"/>
                    <a:alpha val="29800"/>
                  </a:srgbClr>
                </a:gs>
                <a:gs pos="100000">
                  <a:srgbClr val="FFFFFF">
                    <a:alpha val="0"/>
                    <a:alpha val="29800"/>
                  </a:srgbClr>
                </a:gs>
              </a:gsLst>
              <a:lin ang="6600474"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9" name="Google Shape;489;p40"/>
            <p:cNvSpPr/>
            <p:nvPr/>
          </p:nvSpPr>
          <p:spPr>
            <a:xfrm>
              <a:off x="4013845" y="1984954"/>
              <a:ext cx="178196" cy="261663"/>
            </a:xfrm>
            <a:custGeom>
              <a:rect b="b" l="l" r="r" t="t"/>
              <a:pathLst>
                <a:path extrusionOk="0" h="2616632" w="1781962">
                  <a:moveTo>
                    <a:pt x="0" y="0"/>
                  </a:moveTo>
                  <a:lnTo>
                    <a:pt x="1781066" y="1029598"/>
                  </a:lnTo>
                  <a:lnTo>
                    <a:pt x="1781963" y="2616632"/>
                  </a:lnTo>
                  <a:lnTo>
                    <a:pt x="897" y="1587035"/>
                  </a:lnTo>
                  <a:lnTo>
                    <a:pt x="0" y="0"/>
                  </a:lnTo>
                  <a:close/>
                </a:path>
              </a:pathLst>
            </a:custGeom>
            <a:gradFill>
              <a:gsLst>
                <a:gs pos="0">
                  <a:srgbClr val="FFFFFF">
                    <a:alpha val="29803"/>
                    <a:alpha val="29800"/>
                  </a:srgbClr>
                </a:gs>
                <a:gs pos="100000">
                  <a:srgbClr val="FFFFFF">
                    <a:alpha val="0"/>
                    <a:alpha val="29800"/>
                  </a:srgbClr>
                </a:gs>
              </a:gsLst>
              <a:lin ang="54007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0" name="Google Shape;490;p40"/>
            <p:cNvSpPr/>
            <p:nvPr/>
          </p:nvSpPr>
          <p:spPr>
            <a:xfrm>
              <a:off x="4013845" y="1984954"/>
              <a:ext cx="178196" cy="146675"/>
            </a:xfrm>
            <a:custGeom>
              <a:rect b="b" l="l" r="r" t="t"/>
              <a:pathLst>
                <a:path extrusionOk="0" h="1466750" w="1781962">
                  <a:moveTo>
                    <a:pt x="0" y="0"/>
                  </a:moveTo>
                  <a:lnTo>
                    <a:pt x="891430" y="1466751"/>
                  </a:lnTo>
                  <a:lnTo>
                    <a:pt x="1781963" y="1028700"/>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1" name="Google Shape;491;p40"/>
            <p:cNvSpPr/>
            <p:nvPr/>
          </p:nvSpPr>
          <p:spPr>
            <a:xfrm>
              <a:off x="4087793" y="2103886"/>
              <a:ext cx="30312" cy="44141"/>
            </a:xfrm>
            <a:custGeom>
              <a:rect b="b" l="l" r="r" t="t"/>
              <a:pathLst>
                <a:path extrusionOk="0" h="441407" w="303121">
                  <a:moveTo>
                    <a:pt x="303122" y="308224"/>
                  </a:moveTo>
                  <a:cubicBezTo>
                    <a:pt x="303122" y="420429"/>
                    <a:pt x="235861" y="471595"/>
                    <a:pt x="151561" y="423122"/>
                  </a:cubicBezTo>
                  <a:cubicBezTo>
                    <a:pt x="68158" y="374649"/>
                    <a:pt x="0" y="244491"/>
                    <a:pt x="0" y="133183"/>
                  </a:cubicBezTo>
                  <a:cubicBezTo>
                    <a:pt x="0" y="20978"/>
                    <a:pt x="67261" y="-30188"/>
                    <a:pt x="151561" y="18285"/>
                  </a:cubicBezTo>
                  <a:cubicBezTo>
                    <a:pt x="235861" y="66758"/>
                    <a:pt x="303122" y="196916"/>
                    <a:pt x="303122" y="308224"/>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2" name="Google Shape;492;p40"/>
            <p:cNvSpPr/>
            <p:nvPr/>
          </p:nvSpPr>
          <p:spPr>
            <a:xfrm>
              <a:off x="3929793" y="1754097"/>
              <a:ext cx="266980" cy="310674"/>
            </a:xfrm>
            <a:custGeom>
              <a:rect b="b" l="l" r="r" t="t"/>
              <a:pathLst>
                <a:path extrusionOk="0" h="3106745" w="2669804">
                  <a:moveTo>
                    <a:pt x="2668011" y="1540357"/>
                  </a:moveTo>
                  <a:lnTo>
                    <a:pt x="0" y="0"/>
                  </a:lnTo>
                  <a:lnTo>
                    <a:pt x="897" y="1358135"/>
                  </a:lnTo>
                  <a:lnTo>
                    <a:pt x="2433944" y="2762948"/>
                  </a:lnTo>
                  <a:lnTo>
                    <a:pt x="2669805" y="3106746"/>
                  </a:lnTo>
                  <a:lnTo>
                    <a:pt x="2668011" y="1540357"/>
                  </a:lnTo>
                  <a:close/>
                </a:path>
              </a:pathLst>
            </a:custGeom>
            <a:gradFill>
              <a:gsLst>
                <a:gs pos="0">
                  <a:srgbClr val="FFFFFF">
                    <a:alpha val="29803"/>
                    <a:alpha val="29800"/>
                  </a:srgbClr>
                </a:gs>
                <a:gs pos="100000">
                  <a:srgbClr val="FFFFFF">
                    <a:alpha val="0"/>
                    <a:alpha val="29800"/>
                  </a:srgbClr>
                </a:gs>
              </a:gsLst>
              <a:lin ang="1080140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3" name="Google Shape;493;p40"/>
            <p:cNvSpPr/>
            <p:nvPr/>
          </p:nvSpPr>
          <p:spPr>
            <a:xfrm>
              <a:off x="3901448" y="1769762"/>
              <a:ext cx="100712" cy="95060"/>
            </a:xfrm>
            <a:custGeom>
              <a:rect b="b" l="l" r="r" t="t"/>
              <a:pathLst>
                <a:path extrusionOk="0" h="950604" w="1007118">
                  <a:moveTo>
                    <a:pt x="0" y="368932"/>
                  </a:moveTo>
                  <a:lnTo>
                    <a:pt x="0" y="0"/>
                  </a:lnTo>
                  <a:lnTo>
                    <a:pt x="1007118" y="581673"/>
                  </a:lnTo>
                  <a:lnTo>
                    <a:pt x="1007118" y="950605"/>
                  </a:lnTo>
                  <a:lnTo>
                    <a:pt x="0" y="368932"/>
                  </a:ln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4" name="Google Shape;494;p40"/>
            <p:cNvSpPr/>
            <p:nvPr/>
          </p:nvSpPr>
          <p:spPr>
            <a:xfrm>
              <a:off x="4069105" y="1867512"/>
              <a:ext cx="58472" cy="45690"/>
            </a:xfrm>
            <a:custGeom>
              <a:rect b="b" l="l" r="r" t="t"/>
              <a:pathLst>
                <a:path extrusionOk="0" h="456901" w="584720">
                  <a:moveTo>
                    <a:pt x="584720" y="337514"/>
                  </a:moveTo>
                  <a:lnTo>
                    <a:pt x="0" y="0"/>
                  </a:lnTo>
                  <a:lnTo>
                    <a:pt x="0" y="119387"/>
                  </a:lnTo>
                  <a:lnTo>
                    <a:pt x="584720" y="456901"/>
                  </a:lnTo>
                  <a:lnTo>
                    <a:pt x="584720" y="337514"/>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5" name="Google Shape;495;p40"/>
            <p:cNvSpPr/>
            <p:nvPr/>
          </p:nvSpPr>
          <p:spPr>
            <a:xfrm>
              <a:off x="4015097" y="1860082"/>
              <a:ext cx="112729" cy="77018"/>
            </a:xfrm>
            <a:custGeom>
              <a:rect b="b" l="l" r="r" t="t"/>
              <a:pathLst>
                <a:path extrusionOk="0" h="770178" w="1127290">
                  <a:moveTo>
                    <a:pt x="1127291" y="650792"/>
                  </a:moveTo>
                  <a:lnTo>
                    <a:pt x="0" y="0"/>
                  </a:lnTo>
                  <a:lnTo>
                    <a:pt x="0" y="119387"/>
                  </a:lnTo>
                  <a:lnTo>
                    <a:pt x="1127291" y="770178"/>
                  </a:lnTo>
                  <a:lnTo>
                    <a:pt x="1127291" y="650792"/>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6" name="Google Shape;496;p40"/>
            <p:cNvSpPr/>
            <p:nvPr/>
          </p:nvSpPr>
          <p:spPr>
            <a:xfrm>
              <a:off x="3991312" y="1870197"/>
              <a:ext cx="136584" cy="90752"/>
            </a:xfrm>
            <a:custGeom>
              <a:rect b="b" l="l" r="r" t="t"/>
              <a:pathLst>
                <a:path extrusionOk="0" h="907518" w="1365842">
                  <a:moveTo>
                    <a:pt x="1365842" y="788132"/>
                  </a:moveTo>
                  <a:lnTo>
                    <a:pt x="0" y="0"/>
                  </a:lnTo>
                  <a:lnTo>
                    <a:pt x="0" y="119387"/>
                  </a:lnTo>
                  <a:lnTo>
                    <a:pt x="1365842" y="907518"/>
                  </a:lnTo>
                  <a:lnTo>
                    <a:pt x="1365842" y="788132"/>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7" name="Google Shape;497;p40"/>
            <p:cNvSpPr/>
            <p:nvPr/>
          </p:nvSpPr>
          <p:spPr>
            <a:xfrm>
              <a:off x="4141801" y="1908579"/>
              <a:ext cx="30312" cy="44115"/>
            </a:xfrm>
            <a:custGeom>
              <a:rect b="b" l="l" r="r" t="t"/>
              <a:pathLst>
                <a:path extrusionOk="0" h="441146" w="303121">
                  <a:moveTo>
                    <a:pt x="0" y="133053"/>
                  </a:moveTo>
                  <a:cubicBezTo>
                    <a:pt x="0" y="245258"/>
                    <a:pt x="68158" y="374519"/>
                    <a:pt x="151561" y="422992"/>
                  </a:cubicBezTo>
                  <a:cubicBezTo>
                    <a:pt x="234964" y="471465"/>
                    <a:pt x="303122" y="419401"/>
                    <a:pt x="303122" y="308093"/>
                  </a:cubicBezTo>
                  <a:cubicBezTo>
                    <a:pt x="303122" y="195888"/>
                    <a:pt x="234964" y="66627"/>
                    <a:pt x="151561" y="18154"/>
                  </a:cubicBezTo>
                  <a:cubicBezTo>
                    <a:pt x="67261" y="-30319"/>
                    <a:pt x="0" y="21745"/>
                    <a:pt x="0" y="133053"/>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8" name="Google Shape;498;p40"/>
            <p:cNvSpPr/>
            <p:nvPr/>
          </p:nvSpPr>
          <p:spPr>
            <a:xfrm>
              <a:off x="4219951" y="1998292"/>
              <a:ext cx="266891" cy="289849"/>
            </a:xfrm>
            <a:custGeom>
              <a:rect b="b" l="l" r="r" t="t"/>
              <a:pathLst>
                <a:path extrusionOk="0" h="2898492" w="2668907">
                  <a:moveTo>
                    <a:pt x="0" y="0"/>
                  </a:moveTo>
                  <a:lnTo>
                    <a:pt x="2668011" y="1540357"/>
                  </a:lnTo>
                  <a:lnTo>
                    <a:pt x="2668908" y="2898492"/>
                  </a:lnTo>
                  <a:lnTo>
                    <a:pt x="235861" y="1493680"/>
                  </a:lnTo>
                  <a:lnTo>
                    <a:pt x="897" y="1565491"/>
                  </a:lnTo>
                  <a:lnTo>
                    <a:pt x="0" y="0"/>
                  </a:lnTo>
                  <a:close/>
                </a:path>
              </a:pathLst>
            </a:custGeom>
            <a:gradFill>
              <a:gsLst>
                <a:gs pos="0">
                  <a:srgbClr val="FFFFFF">
                    <a:alpha val="29803"/>
                    <a:alpha val="29800"/>
                  </a:srgbClr>
                </a:gs>
                <a:gs pos="100000">
                  <a:srgbClr val="FFFFFF">
                    <a:alpha val="0"/>
                    <a:alpha val="29800"/>
                  </a:srgbClr>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9" name="Google Shape;499;p40"/>
            <p:cNvSpPr/>
            <p:nvPr/>
          </p:nvSpPr>
          <p:spPr>
            <a:xfrm>
              <a:off x="4408621" y="2137934"/>
              <a:ext cx="100712" cy="95060"/>
            </a:xfrm>
            <a:custGeom>
              <a:rect b="b" l="l" r="r" t="t"/>
              <a:pathLst>
                <a:path extrusionOk="0" h="950604" w="1007118">
                  <a:moveTo>
                    <a:pt x="0" y="368931"/>
                  </a:moveTo>
                  <a:lnTo>
                    <a:pt x="0" y="0"/>
                  </a:lnTo>
                  <a:lnTo>
                    <a:pt x="1007118" y="581673"/>
                  </a:lnTo>
                  <a:lnTo>
                    <a:pt x="1007118" y="950605"/>
                  </a:lnTo>
                  <a:lnTo>
                    <a:pt x="0" y="368931"/>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0" name="Google Shape;500;p40"/>
            <p:cNvSpPr/>
            <p:nvPr/>
          </p:nvSpPr>
          <p:spPr>
            <a:xfrm>
              <a:off x="4288355" y="2070709"/>
              <a:ext cx="58472" cy="45690"/>
            </a:xfrm>
            <a:custGeom>
              <a:rect b="b" l="l" r="r" t="t"/>
              <a:pathLst>
                <a:path extrusionOk="0" h="456901" w="584720">
                  <a:moveTo>
                    <a:pt x="0" y="0"/>
                  </a:moveTo>
                  <a:lnTo>
                    <a:pt x="584721" y="337514"/>
                  </a:lnTo>
                  <a:lnTo>
                    <a:pt x="584721" y="456901"/>
                  </a:lnTo>
                  <a:lnTo>
                    <a:pt x="0" y="119387"/>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1" name="Google Shape;501;p40"/>
            <p:cNvSpPr/>
            <p:nvPr/>
          </p:nvSpPr>
          <p:spPr>
            <a:xfrm>
              <a:off x="4288355" y="2094520"/>
              <a:ext cx="105555" cy="72889"/>
            </a:xfrm>
            <a:custGeom>
              <a:rect b="b" l="l" r="r" t="t"/>
              <a:pathLst>
                <a:path extrusionOk="0" h="728886" w="1055546">
                  <a:moveTo>
                    <a:pt x="0" y="0"/>
                  </a:moveTo>
                  <a:lnTo>
                    <a:pt x="1055546" y="609500"/>
                  </a:lnTo>
                  <a:lnTo>
                    <a:pt x="1055546" y="728887"/>
                  </a:lnTo>
                  <a:lnTo>
                    <a:pt x="0" y="120284"/>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2" name="Google Shape;502;p40"/>
            <p:cNvSpPr/>
            <p:nvPr/>
          </p:nvSpPr>
          <p:spPr>
            <a:xfrm>
              <a:off x="4288355" y="2118420"/>
              <a:ext cx="136584" cy="90752"/>
            </a:xfrm>
            <a:custGeom>
              <a:rect b="b" l="l" r="r" t="t"/>
              <a:pathLst>
                <a:path extrusionOk="0" h="907518" w="1365842">
                  <a:moveTo>
                    <a:pt x="0" y="0"/>
                  </a:moveTo>
                  <a:lnTo>
                    <a:pt x="1365842" y="788132"/>
                  </a:lnTo>
                  <a:lnTo>
                    <a:pt x="1365842" y="907518"/>
                  </a:lnTo>
                  <a:lnTo>
                    <a:pt x="0" y="119387"/>
                  </a:lnTo>
                  <a:lnTo>
                    <a:pt x="0" y="0"/>
                  </a:ln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3" name="Google Shape;503;p40"/>
            <p:cNvSpPr/>
            <p:nvPr/>
          </p:nvSpPr>
          <p:spPr>
            <a:xfrm>
              <a:off x="4243825" y="2044090"/>
              <a:ext cx="30312" cy="44141"/>
            </a:xfrm>
            <a:custGeom>
              <a:rect b="b" l="l" r="r" t="t"/>
              <a:pathLst>
                <a:path extrusionOk="0" h="441407" w="303121">
                  <a:moveTo>
                    <a:pt x="303122" y="308224"/>
                  </a:moveTo>
                  <a:cubicBezTo>
                    <a:pt x="303122" y="420430"/>
                    <a:pt x="235861" y="471595"/>
                    <a:pt x="151561" y="423122"/>
                  </a:cubicBezTo>
                  <a:cubicBezTo>
                    <a:pt x="68157" y="374649"/>
                    <a:pt x="0" y="244491"/>
                    <a:pt x="0" y="133183"/>
                  </a:cubicBezTo>
                  <a:cubicBezTo>
                    <a:pt x="0" y="20978"/>
                    <a:pt x="67261" y="-30188"/>
                    <a:pt x="151561" y="18285"/>
                  </a:cubicBezTo>
                  <a:cubicBezTo>
                    <a:pt x="234964" y="66758"/>
                    <a:pt x="302225" y="196916"/>
                    <a:pt x="303122" y="308224"/>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4" name="Google Shape;504;p40"/>
            <p:cNvSpPr/>
            <p:nvPr/>
          </p:nvSpPr>
          <p:spPr>
            <a:xfrm>
              <a:off x="4037451" y="1690900"/>
              <a:ext cx="70758" cy="120553"/>
            </a:xfrm>
            <a:custGeom>
              <a:rect b="b" l="l" r="r" t="t"/>
              <a:pathLst>
                <a:path extrusionOk="0" h="1205535" w="707583">
                  <a:moveTo>
                    <a:pt x="383835" y="350979"/>
                  </a:moveTo>
                  <a:lnTo>
                    <a:pt x="0" y="129261"/>
                  </a:lnTo>
                  <a:lnTo>
                    <a:pt x="0" y="0"/>
                  </a:lnTo>
                  <a:lnTo>
                    <a:pt x="383835" y="221718"/>
                  </a:lnTo>
                  <a:cubicBezTo>
                    <a:pt x="415223" y="239671"/>
                    <a:pt x="460961" y="276474"/>
                    <a:pt x="499524" y="333026"/>
                  </a:cubicBezTo>
                  <a:cubicBezTo>
                    <a:pt x="541674" y="393168"/>
                    <a:pt x="571268" y="469468"/>
                    <a:pt x="571268" y="552051"/>
                  </a:cubicBezTo>
                  <a:cubicBezTo>
                    <a:pt x="571268" y="643611"/>
                    <a:pt x="547951" y="695674"/>
                    <a:pt x="504008" y="710036"/>
                  </a:cubicBezTo>
                  <a:cubicBezTo>
                    <a:pt x="462754" y="723501"/>
                    <a:pt x="413430" y="700162"/>
                    <a:pt x="383835" y="683107"/>
                  </a:cubicBezTo>
                  <a:lnTo>
                    <a:pt x="225996" y="591547"/>
                  </a:lnTo>
                  <a:lnTo>
                    <a:pt x="225099" y="590650"/>
                  </a:lnTo>
                  <a:cubicBezTo>
                    <a:pt x="211647" y="582571"/>
                    <a:pt x="190124" y="574492"/>
                    <a:pt x="173084" y="579878"/>
                  </a:cubicBezTo>
                  <a:cubicBezTo>
                    <a:pt x="158736" y="584366"/>
                    <a:pt x="143490" y="597831"/>
                    <a:pt x="143490" y="648997"/>
                  </a:cubicBezTo>
                  <a:cubicBezTo>
                    <a:pt x="143490" y="700162"/>
                    <a:pt x="159632" y="730682"/>
                    <a:pt x="172188" y="749533"/>
                  </a:cubicBezTo>
                  <a:cubicBezTo>
                    <a:pt x="188330" y="772872"/>
                    <a:pt x="209854" y="789029"/>
                    <a:pt x="223306" y="796210"/>
                  </a:cubicBezTo>
                  <a:lnTo>
                    <a:pt x="225099" y="797108"/>
                  </a:lnTo>
                  <a:lnTo>
                    <a:pt x="707584" y="1076275"/>
                  </a:lnTo>
                  <a:lnTo>
                    <a:pt x="707584" y="1205536"/>
                  </a:lnTo>
                  <a:lnTo>
                    <a:pt x="227790" y="928164"/>
                  </a:lnTo>
                  <a:cubicBezTo>
                    <a:pt x="194608" y="911109"/>
                    <a:pt x="147077" y="874305"/>
                    <a:pt x="105824" y="816856"/>
                  </a:cubicBezTo>
                  <a:cubicBezTo>
                    <a:pt x="60983" y="753123"/>
                    <a:pt x="30492" y="673233"/>
                    <a:pt x="30492" y="584366"/>
                  </a:cubicBezTo>
                  <a:cubicBezTo>
                    <a:pt x="30492" y="495499"/>
                    <a:pt x="60983" y="450617"/>
                    <a:pt x="104927" y="438050"/>
                  </a:cubicBezTo>
                  <a:cubicBezTo>
                    <a:pt x="146180" y="426381"/>
                    <a:pt x="193711" y="443436"/>
                    <a:pt x="226893" y="463184"/>
                  </a:cubicBezTo>
                  <a:lnTo>
                    <a:pt x="382938" y="553846"/>
                  </a:lnTo>
                  <a:cubicBezTo>
                    <a:pt x="405358" y="567311"/>
                    <a:pt x="422398" y="572697"/>
                    <a:pt x="434056" y="569106"/>
                  </a:cubicBezTo>
                  <a:cubicBezTo>
                    <a:pt x="443024" y="566413"/>
                    <a:pt x="459167" y="553846"/>
                    <a:pt x="459167" y="488318"/>
                  </a:cubicBezTo>
                  <a:cubicBezTo>
                    <a:pt x="459167" y="445231"/>
                    <a:pt x="445715" y="417404"/>
                    <a:pt x="432263" y="399452"/>
                  </a:cubicBezTo>
                  <a:cubicBezTo>
                    <a:pt x="417017" y="375215"/>
                    <a:pt x="397287" y="358160"/>
                    <a:pt x="383835" y="350979"/>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5" name="Google Shape;505;p40"/>
            <p:cNvSpPr/>
            <p:nvPr/>
          </p:nvSpPr>
          <p:spPr>
            <a:xfrm>
              <a:off x="4014292" y="1669586"/>
              <a:ext cx="30312" cy="45529"/>
            </a:xfrm>
            <a:custGeom>
              <a:rect b="b" l="l" r="r" t="t"/>
              <a:pathLst>
                <a:path extrusionOk="0" h="455290" w="303121">
                  <a:moveTo>
                    <a:pt x="303122" y="315166"/>
                  </a:moveTo>
                  <a:cubicBezTo>
                    <a:pt x="303122" y="430962"/>
                    <a:pt x="234964" y="485718"/>
                    <a:pt x="151561" y="438143"/>
                  </a:cubicBezTo>
                  <a:cubicBezTo>
                    <a:pt x="68158" y="389670"/>
                    <a:pt x="0" y="256819"/>
                    <a:pt x="0" y="140125"/>
                  </a:cubicBezTo>
                  <a:cubicBezTo>
                    <a:pt x="0" y="24329"/>
                    <a:pt x="68158" y="-30427"/>
                    <a:pt x="151561" y="17148"/>
                  </a:cubicBezTo>
                  <a:cubicBezTo>
                    <a:pt x="234964" y="65620"/>
                    <a:pt x="303122" y="199369"/>
                    <a:pt x="303122" y="31516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6" name="Google Shape;506;p40"/>
            <p:cNvSpPr/>
            <p:nvPr/>
          </p:nvSpPr>
          <p:spPr>
            <a:xfrm>
              <a:off x="4097450" y="1784165"/>
              <a:ext cx="30312" cy="45529"/>
            </a:xfrm>
            <a:custGeom>
              <a:rect b="b" l="l" r="r" t="t"/>
              <a:pathLst>
                <a:path extrusionOk="0" h="455290" w="303121">
                  <a:moveTo>
                    <a:pt x="303122" y="315166"/>
                  </a:moveTo>
                  <a:cubicBezTo>
                    <a:pt x="303122" y="430962"/>
                    <a:pt x="234964" y="485718"/>
                    <a:pt x="151561" y="438143"/>
                  </a:cubicBezTo>
                  <a:cubicBezTo>
                    <a:pt x="68158" y="389670"/>
                    <a:pt x="0" y="256819"/>
                    <a:pt x="0" y="140125"/>
                  </a:cubicBezTo>
                  <a:cubicBezTo>
                    <a:pt x="0" y="24329"/>
                    <a:pt x="68158" y="-30427"/>
                    <a:pt x="151561" y="17148"/>
                  </a:cubicBezTo>
                  <a:cubicBezTo>
                    <a:pt x="234964" y="65620"/>
                    <a:pt x="303122" y="199369"/>
                    <a:pt x="303122" y="315166"/>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7" name="Google Shape;507;p40"/>
            <p:cNvSpPr/>
            <p:nvPr/>
          </p:nvSpPr>
          <p:spPr>
            <a:xfrm>
              <a:off x="4179263" y="2187131"/>
              <a:ext cx="48613" cy="64577"/>
            </a:xfrm>
            <a:custGeom>
              <a:rect b="b" l="l" r="r" t="t"/>
              <a:pathLst>
                <a:path extrusionOk="0" h="645773" w="486133">
                  <a:moveTo>
                    <a:pt x="243067" y="645774"/>
                  </a:moveTo>
                  <a:cubicBezTo>
                    <a:pt x="-231346" y="34479"/>
                    <a:pt x="112132" y="-185444"/>
                    <a:pt x="243067" y="171818"/>
                  </a:cubicBezTo>
                  <a:cubicBezTo>
                    <a:pt x="374001" y="-34640"/>
                    <a:pt x="717479" y="582939"/>
                    <a:pt x="243067" y="645774"/>
                  </a:cubicBezTo>
                  <a:close/>
                </a:path>
              </a:pathLst>
            </a:custGeom>
            <a:solidFill>
              <a:srgbClr val="FFFFFF">
                <a:alpha val="29800"/>
              </a:srgb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508" name="Google Shape;508;p40"/>
          <p:cNvSpPr txBox="1"/>
          <p:nvPr>
            <p:ph idx="4294967295" type="body"/>
          </p:nvPr>
        </p:nvSpPr>
        <p:spPr>
          <a:xfrm>
            <a:off x="855300" y="1353950"/>
            <a:ext cx="4651200" cy="3248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b="1" lang="en" sz="1800">
                <a:latin typeface="Barlow"/>
                <a:ea typeface="Barlow"/>
                <a:cs typeface="Barlow"/>
                <a:sym typeface="Barlow"/>
              </a:rPr>
              <a:t>Nome: </a:t>
            </a:r>
            <a:r>
              <a:rPr lang="en" sz="1800"/>
              <a:t>Samuel Barbosa Evangelista</a:t>
            </a:r>
            <a:endParaRPr b="1" sz="1800">
              <a:latin typeface="Barlow"/>
              <a:ea typeface="Barlow"/>
              <a:cs typeface="Barlow"/>
              <a:sym typeface="Barlow"/>
            </a:endParaRPr>
          </a:p>
          <a:p>
            <a:pPr indent="-342900" lvl="0" marL="457200" rtl="0" algn="l">
              <a:spcBef>
                <a:spcPts val="800"/>
              </a:spcBef>
              <a:spcAft>
                <a:spcPts val="0"/>
              </a:spcAft>
              <a:buSzPts val="1800"/>
              <a:buChar char="╸"/>
            </a:pPr>
            <a:r>
              <a:rPr b="1" lang="en" sz="1800">
                <a:latin typeface="Barlow"/>
                <a:ea typeface="Barlow"/>
                <a:cs typeface="Barlow"/>
                <a:sym typeface="Barlow"/>
              </a:rPr>
              <a:t>RID:</a:t>
            </a:r>
            <a:r>
              <a:rPr lang="en" sz="1800"/>
              <a:t> </a:t>
            </a:r>
            <a:r>
              <a:rPr lang="en" sz="1800"/>
              <a:t>86386</a:t>
            </a:r>
            <a:endParaRPr sz="1800"/>
          </a:p>
          <a:p>
            <a:pPr indent="-342900" lvl="0" marL="457200" marR="0" rtl="0" algn="l">
              <a:lnSpc>
                <a:spcPct val="115000"/>
              </a:lnSpc>
              <a:spcBef>
                <a:spcPts val="800"/>
              </a:spcBef>
              <a:spcAft>
                <a:spcPts val="0"/>
              </a:spcAft>
              <a:buSzPts val="1800"/>
              <a:buFont typeface="Barlow"/>
              <a:buChar char="╸"/>
            </a:pPr>
            <a:r>
              <a:rPr b="1" lang="en" sz="1800">
                <a:latin typeface="Barlow"/>
                <a:ea typeface="Barlow"/>
                <a:cs typeface="Barlow"/>
                <a:sym typeface="Barlow"/>
              </a:rPr>
              <a:t>GitHub: </a:t>
            </a:r>
            <a:r>
              <a:rPr lang="en" sz="1800" u="sng">
                <a:solidFill>
                  <a:srgbClr val="3C78D8"/>
                </a:solidFill>
                <a:hlinkClick r:id="rId3">
                  <a:extLst>
                    <a:ext uri="{A12FA001-AC4F-418D-AE19-62706E023703}">
                      <ahyp:hlinkClr val="tx"/>
                    </a:ext>
                  </a:extLst>
                </a:hlinkClick>
              </a:rPr>
              <a:t>Link</a:t>
            </a:r>
            <a:endParaRPr sz="1800">
              <a:solidFill>
                <a:srgbClr val="3C78D8"/>
              </a:solidFill>
            </a:endParaRPr>
          </a:p>
          <a:p>
            <a:pPr indent="-342900" lvl="0" marL="457200" rtl="0" algn="l">
              <a:spcBef>
                <a:spcPts val="800"/>
              </a:spcBef>
              <a:spcAft>
                <a:spcPts val="800"/>
              </a:spcAft>
              <a:buSzPts val="1800"/>
              <a:buFont typeface="Barlow"/>
              <a:buChar char="╸"/>
            </a:pPr>
            <a:r>
              <a:rPr b="1" lang="en" sz="1800">
                <a:latin typeface="Barlow"/>
                <a:ea typeface="Barlow"/>
                <a:cs typeface="Barlow"/>
                <a:sym typeface="Barlow"/>
              </a:rPr>
              <a:t>LinkedIn: </a:t>
            </a:r>
            <a:r>
              <a:rPr lang="en" sz="1800" u="sng">
                <a:solidFill>
                  <a:srgbClr val="3C78D8"/>
                </a:solidFill>
                <a:hlinkClick r:id="rId4">
                  <a:extLst>
                    <a:ext uri="{A12FA001-AC4F-418D-AE19-62706E023703}">
                      <ahyp:hlinkClr val="tx"/>
                    </a:ext>
                  </a:extLst>
                </a:hlinkClick>
              </a:rPr>
              <a:t>Link</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41"/>
          <p:cNvPicPr preferRelativeResize="0"/>
          <p:nvPr/>
        </p:nvPicPr>
        <p:blipFill rotWithShape="1">
          <a:blip r:embed="rId3">
            <a:alphaModFix/>
          </a:blip>
          <a:srcRect b="0" l="27687" r="27683" t="0"/>
          <a:stretch/>
        </p:blipFill>
        <p:spPr>
          <a:xfrm>
            <a:off x="850875" y="1759975"/>
            <a:ext cx="1489200" cy="1489200"/>
          </a:xfrm>
          <a:prstGeom prst="ellipse">
            <a:avLst/>
          </a:prstGeom>
          <a:noFill/>
          <a:ln>
            <a:noFill/>
          </a:ln>
        </p:spPr>
      </p:pic>
      <p:sp>
        <p:nvSpPr>
          <p:cNvPr id="514" name="Google Shape;514;p41"/>
          <p:cNvSpPr txBox="1"/>
          <p:nvPr/>
        </p:nvSpPr>
        <p:spPr>
          <a:xfrm>
            <a:off x="855900" y="3379000"/>
            <a:ext cx="1489200" cy="73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chemeClr val="dk1"/>
                </a:solidFill>
                <a:latin typeface="Barlow"/>
                <a:ea typeface="Barlow"/>
                <a:cs typeface="Barlow"/>
                <a:sym typeface="Barlow"/>
              </a:rPr>
              <a:t>Samuel Barbosa</a:t>
            </a:r>
            <a:br>
              <a:rPr lang="en">
                <a:latin typeface="Barlow"/>
                <a:ea typeface="Barlow"/>
                <a:cs typeface="Barlow"/>
                <a:sym typeface="Barlow"/>
              </a:rPr>
            </a:br>
            <a:r>
              <a:rPr lang="en" sz="800">
                <a:solidFill>
                  <a:schemeClr val="dk2"/>
                </a:solidFill>
                <a:latin typeface="Barlow"/>
                <a:ea typeface="Barlow"/>
                <a:cs typeface="Barlow"/>
                <a:sym typeface="Barlow"/>
              </a:rPr>
              <a:t>Data Scientist</a:t>
            </a:r>
            <a:endParaRPr sz="800">
              <a:solidFill>
                <a:schemeClr val="dk2"/>
              </a:solidFill>
              <a:latin typeface="Barlow"/>
              <a:ea typeface="Barlow"/>
              <a:cs typeface="Barlow"/>
              <a:sym typeface="Barlow"/>
            </a:endParaRPr>
          </a:p>
          <a:p>
            <a:pPr indent="0" lvl="0" marL="0" rtl="0" algn="ctr">
              <a:spcBef>
                <a:spcPts val="400"/>
              </a:spcBef>
              <a:spcAft>
                <a:spcPts val="0"/>
              </a:spcAft>
              <a:buNone/>
            </a:pPr>
            <a:r>
              <a:rPr lang="en" sz="900">
                <a:solidFill>
                  <a:schemeClr val="dk2"/>
                </a:solidFill>
                <a:latin typeface="Barlow"/>
                <a:ea typeface="Barlow"/>
                <a:cs typeface="Barlow"/>
                <a:sym typeface="Barlow"/>
              </a:rPr>
              <a:t>Não confie. Verifique!</a:t>
            </a:r>
            <a:endParaRPr>
              <a:latin typeface="Barlow"/>
              <a:ea typeface="Barlow"/>
              <a:cs typeface="Barlow"/>
              <a:sym typeface="Barlow"/>
            </a:endParaRPr>
          </a:p>
          <a:p>
            <a:pPr indent="0" lvl="0" marL="0" rtl="0" algn="ctr">
              <a:spcBef>
                <a:spcPts val="400"/>
              </a:spcBef>
              <a:spcAft>
                <a:spcPts val="400"/>
              </a:spcAft>
              <a:buNone/>
            </a:pPr>
            <a:r>
              <a:t/>
            </a:r>
            <a:endParaRPr>
              <a:latin typeface="Barlow"/>
              <a:ea typeface="Barlow"/>
              <a:cs typeface="Barlow"/>
              <a:sym typeface="Barlow"/>
            </a:endParaRPr>
          </a:p>
        </p:txBody>
      </p:sp>
      <p:sp>
        <p:nvSpPr>
          <p:cNvPr id="515" name="Google Shape;515;p41"/>
          <p:cNvSpPr txBox="1"/>
          <p:nvPr>
            <p:ph type="title"/>
          </p:nvPr>
        </p:nvSpPr>
        <p:spPr>
          <a:xfrm>
            <a:off x="855300" y="836000"/>
            <a:ext cx="53070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TEAM PRESENTATION</a:t>
            </a:r>
            <a:endParaRPr/>
          </a:p>
        </p:txBody>
      </p:sp>
      <p:sp>
        <p:nvSpPr>
          <p:cNvPr id="516" name="Google Shape;516;p41"/>
          <p:cNvSpPr txBox="1"/>
          <p:nvPr>
            <p:ph idx="12" type="sldNum"/>
          </p:nvPr>
        </p:nvSpPr>
        <p:spPr>
          <a:xfrm>
            <a:off x="8693400" y="4749850"/>
            <a:ext cx="450600" cy="34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Messala template">
  <a:themeElements>
    <a:clrScheme name="Custom 347">
      <a:dk1>
        <a:srgbClr val="FFFFFF"/>
      </a:dk1>
      <a:lt1>
        <a:srgbClr val="0E0918"/>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